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rts/chart1.xml" ContentType="application/vnd.openxmlformats-officedocument.drawingml.chart+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charts/chart4.xml" ContentType="application/vnd.openxmlformats-officedocument.drawingml.chart+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4.xml" ContentType="application/vnd.openxmlformats-officedocument.presentationml.notesSlide+xml"/>
  <Override PartName="/ppt/charts/chart5.xml" ContentType="application/vnd.openxmlformats-officedocument.drawingml.chart+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5.xml" ContentType="application/vnd.openxmlformats-officedocument.presentationml.notesSlide+xml"/>
  <Override PartName="/ppt/charts/chart6.xml" ContentType="application/vnd.openxmlformats-officedocument.drawingml.chart+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6.xml" ContentType="application/vnd.openxmlformats-officedocument.presentationml.notesSlide+xml"/>
  <Override PartName="/ppt/charts/chart7.xml" ContentType="application/vnd.openxmlformats-officedocument.drawingml.chart+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charts/chart8.xml" ContentType="application/vnd.openxmlformats-officedocument.drawingml.chart+xml"/>
  <Override PartName="/ppt/charts/chart9.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sldIdLst>
    <p:sldId id="261" r:id="rId2"/>
    <p:sldId id="334" r:id="rId3"/>
    <p:sldId id="335" r:id="rId4"/>
    <p:sldId id="345" r:id="rId5"/>
    <p:sldId id="346" r:id="rId6"/>
    <p:sldId id="341" r:id="rId7"/>
    <p:sldId id="336" r:id="rId8"/>
    <p:sldId id="342" r:id="rId9"/>
    <p:sldId id="347" r:id="rId10"/>
    <p:sldId id="349" r:id="rId11"/>
    <p:sldId id="350" r:id="rId12"/>
    <p:sldId id="348" r:id="rId13"/>
    <p:sldId id="351" r:id="rId14"/>
  </p:sldIdLst>
  <p:sldSz cx="12192000" cy="6858000"/>
  <p:notesSz cx="6858000" cy="9144000"/>
  <p:custDataLst>
    <p:tags r:id="rId1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A342171-0670-DA41-B578-A88C36FA8BA8}">
          <p14:sldIdLst>
            <p14:sldId id="261"/>
            <p14:sldId id="334"/>
            <p14:sldId id="335"/>
            <p14:sldId id="345"/>
            <p14:sldId id="346"/>
            <p14:sldId id="341"/>
            <p14:sldId id="336"/>
            <p14:sldId id="342"/>
            <p14:sldId id="347"/>
            <p14:sldId id="349"/>
            <p14:sldId id="350"/>
            <p14:sldId id="348"/>
            <p14:sldId id="35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431"/>
  </p:normalViewPr>
  <p:slideViewPr>
    <p:cSldViewPr snapToGrid="0" showGuides="1">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7592829705505767E-2"/>
          <c:y val="4.8327137546468404E-2"/>
          <c:w val="0.86427656850192058"/>
          <c:h val="0.83271375464684017"/>
        </c:manualLayout>
      </c:layout>
      <c:scatterChart>
        <c:scatterStyle val="lineMarker"/>
        <c:varyColors val="0"/>
        <c:ser>
          <c:idx val="0"/>
          <c:order val="0"/>
          <c:spPr>
            <a:ln>
              <a:noFill/>
            </a:ln>
          </c:spPr>
          <c:marker>
            <c:symbol val="circle"/>
            <c:size val="7"/>
            <c:spPr>
              <a:solidFill>
                <a:schemeClr val="accent1"/>
              </a:solidFill>
              <a:ln w="9525" cmpd="sng" algn="ctr">
                <a:solidFill>
                  <a:schemeClr val="accent1"/>
                </a:solidFill>
                <a:prstDash val="solid"/>
              </a:ln>
            </c:spPr>
          </c:marker>
          <c:xVal>
            <c:numRef>
              <c:f>Sheet1!$A$1:$A$10</c:f>
              <c:numCache>
                <c:formatCode>General</c:formatCode>
                <c:ptCount val="10"/>
                <c:pt idx="0">
                  <c:v>5.13</c:v>
                </c:pt>
                <c:pt idx="1">
                  <c:v>6.24</c:v>
                </c:pt>
                <c:pt idx="2">
                  <c:v>6.66</c:v>
                </c:pt>
                <c:pt idx="3">
                  <c:v>7.45</c:v>
                </c:pt>
                <c:pt idx="4">
                  <c:v>8.0500000000000007</c:v>
                </c:pt>
                <c:pt idx="5">
                  <c:v>8.6300000000000008</c:v>
                </c:pt>
                <c:pt idx="6">
                  <c:v>8.7799999999999994</c:v>
                </c:pt>
                <c:pt idx="7">
                  <c:v>9.1300000000000008</c:v>
                </c:pt>
                <c:pt idx="8">
                  <c:v>8.84</c:v>
                </c:pt>
                <c:pt idx="9">
                  <c:v>9.5399999999999991</c:v>
                </c:pt>
              </c:numCache>
            </c:numRef>
          </c:xVal>
          <c:yVal>
            <c:numRef>
              <c:f>Sheet1!$B$1:$B$10</c:f>
              <c:numCache>
                <c:formatCode>General</c:formatCode>
                <c:ptCount val="10"/>
                <c:pt idx="0">
                  <c:v>0</c:v>
                </c:pt>
                <c:pt idx="1">
                  <c:v>0</c:v>
                </c:pt>
                <c:pt idx="2">
                  <c:v>1</c:v>
                </c:pt>
                <c:pt idx="3">
                  <c:v>17.600000000000001</c:v>
                </c:pt>
                <c:pt idx="4">
                  <c:v>19.100000000000001</c:v>
                </c:pt>
                <c:pt idx="5">
                  <c:v>31.2</c:v>
                </c:pt>
                <c:pt idx="6">
                  <c:v>34.5</c:v>
                </c:pt>
                <c:pt idx="7">
                  <c:v>41.9</c:v>
                </c:pt>
                <c:pt idx="8">
                  <c:v>26.1</c:v>
                </c:pt>
                <c:pt idx="9">
                  <c:v>23</c:v>
                </c:pt>
              </c:numCache>
            </c:numRef>
          </c:yVal>
          <c:smooth val="0"/>
          <c:extLst>
            <c:ext xmlns:c16="http://schemas.microsoft.com/office/drawing/2014/chart" uri="{C3380CC4-5D6E-409C-BE32-E72D297353CC}">
              <c16:uniqueId val="{00000000-7B25-4985-922A-1338FE075D24}"/>
            </c:ext>
          </c:extLst>
        </c:ser>
        <c:dLbls>
          <c:showLegendKey val="0"/>
          <c:showVal val="0"/>
          <c:showCatName val="0"/>
          <c:showSerName val="0"/>
          <c:showPercent val="0"/>
          <c:showBubbleSize val="0"/>
        </c:dLbls>
        <c:axId val="1166720287"/>
        <c:axId val="1"/>
      </c:scatterChart>
      <c:valAx>
        <c:axId val="1166720287"/>
        <c:scaling>
          <c:orientation val="minMax"/>
          <c:max val="10"/>
          <c:min val="4"/>
        </c:scaling>
        <c:delete val="0"/>
        <c:axPos val="b"/>
        <c:majorGridlines>
          <c:spPr>
            <a:ln>
              <a:noFill/>
            </a:ln>
          </c:spPr>
        </c:majorGridlines>
        <c:numFmt formatCode="#,##0.0;&quot;-&quot;#,##0.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
        <c:crosses val="min"/>
        <c:crossBetween val="midCat"/>
        <c:majorUnit val="0.5"/>
      </c:valAx>
      <c:valAx>
        <c:axId val="1"/>
        <c:scaling>
          <c:orientation val="minMax"/>
          <c:max val="45"/>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166720287"/>
        <c:crosses val="min"/>
        <c:crossBetween val="midCat"/>
        <c:majorUnit val="5"/>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60519698239733E-2"/>
          <c:y val="5.4189245518966235E-2"/>
          <c:w val="0.86392847164012299"/>
          <c:h val="0.81242184243434767"/>
        </c:manualLayout>
      </c:layout>
      <c:scatterChart>
        <c:scatterStyle val="lineMarker"/>
        <c:varyColors val="0"/>
        <c:ser>
          <c:idx val="0"/>
          <c:order val="0"/>
          <c:spPr>
            <a:ln w="19050" cmpd="sng" algn="ctr">
              <a:solidFill>
                <a:schemeClr val="accent1"/>
              </a:solidFill>
              <a:prstDash val="solid"/>
            </a:ln>
          </c:spPr>
          <c:marker>
            <c:symbol val="none"/>
          </c:marker>
          <c:xVal>
            <c:numRef>
              <c:f>Sheet1!$A$1:$AV$1</c:f>
              <c:numCache>
                <c:formatCode>General</c:formatCode>
                <c:ptCount val="48"/>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numCache>
            </c:numRef>
          </c:xVal>
          <c:yVal>
            <c:numRef>
              <c:f>Sheet1!$A$2:$AV$2</c:f>
              <c:numCache>
                <c:formatCode>General</c:formatCode>
                <c:ptCount val="48"/>
                <c:pt idx="0">
                  <c:v>6.56</c:v>
                </c:pt>
                <c:pt idx="1">
                  <c:v>6.33</c:v>
                </c:pt>
                <c:pt idx="2">
                  <c:v>6.2</c:v>
                </c:pt>
                <c:pt idx="3">
                  <c:v>6.16</c:v>
                </c:pt>
                <c:pt idx="4">
                  <c:v>6.29</c:v>
                </c:pt>
                <c:pt idx="5">
                  <c:v>6.32</c:v>
                </c:pt>
                <c:pt idx="6">
                  <c:v>6.43</c:v>
                </c:pt>
                <c:pt idx="7">
                  <c:v>6.44</c:v>
                </c:pt>
                <c:pt idx="8">
                  <c:v>6.41</c:v>
                </c:pt>
                <c:pt idx="9">
                  <c:v>6.44</c:v>
                </c:pt>
                <c:pt idx="10">
                  <c:v>6.35</c:v>
                </c:pt>
                <c:pt idx="11">
                  <c:v>6.4</c:v>
                </c:pt>
                <c:pt idx="12">
                  <c:v>6.68</c:v>
                </c:pt>
                <c:pt idx="13">
                  <c:v>6.88</c:v>
                </c:pt>
                <c:pt idx="14">
                  <c:v>7.09</c:v>
                </c:pt>
                <c:pt idx="15">
                  <c:v>7.39</c:v>
                </c:pt>
                <c:pt idx="16">
                  <c:v>8.06</c:v>
                </c:pt>
                <c:pt idx="17">
                  <c:v>8.9600000000000009</c:v>
                </c:pt>
                <c:pt idx="18">
                  <c:v>9.44</c:v>
                </c:pt>
                <c:pt idx="19">
                  <c:v>9.34</c:v>
                </c:pt>
                <c:pt idx="20">
                  <c:v>9.01</c:v>
                </c:pt>
                <c:pt idx="21">
                  <c:v>8.9499999999999993</c:v>
                </c:pt>
                <c:pt idx="22">
                  <c:v>8.8800000000000008</c:v>
                </c:pt>
                <c:pt idx="23">
                  <c:v>8.74</c:v>
                </c:pt>
                <c:pt idx="24">
                  <c:v>7.23</c:v>
                </c:pt>
                <c:pt idx="25">
                  <c:v>7.19</c:v>
                </c:pt>
                <c:pt idx="26">
                  <c:v>8.66</c:v>
                </c:pt>
                <c:pt idx="27">
                  <c:v>8.92</c:v>
                </c:pt>
                <c:pt idx="28">
                  <c:v>9.24</c:v>
                </c:pt>
                <c:pt idx="29">
                  <c:v>9.43</c:v>
                </c:pt>
                <c:pt idx="30">
                  <c:v>9.5299999999999994</c:v>
                </c:pt>
                <c:pt idx="31">
                  <c:v>10.27</c:v>
                </c:pt>
                <c:pt idx="32">
                  <c:v>11.4</c:v>
                </c:pt>
                <c:pt idx="33">
                  <c:v>11.62</c:v>
                </c:pt>
                <c:pt idx="34">
                  <c:v>11.45</c:v>
                </c:pt>
                <c:pt idx="35">
                  <c:v>11.1</c:v>
                </c:pt>
                <c:pt idx="36">
                  <c:v>10.77</c:v>
                </c:pt>
                <c:pt idx="37">
                  <c:v>10.48</c:v>
                </c:pt>
                <c:pt idx="38">
                  <c:v>9.91</c:v>
                </c:pt>
                <c:pt idx="39">
                  <c:v>9.34</c:v>
                </c:pt>
                <c:pt idx="40">
                  <c:v>8.73</c:v>
                </c:pt>
                <c:pt idx="41">
                  <c:v>8.49</c:v>
                </c:pt>
                <c:pt idx="42">
                  <c:v>7.97</c:v>
                </c:pt>
                <c:pt idx="43">
                  <c:v>7.63</c:v>
                </c:pt>
                <c:pt idx="44">
                  <c:v>7.55</c:v>
                </c:pt>
                <c:pt idx="45">
                  <c:v>7.43</c:v>
                </c:pt>
                <c:pt idx="46">
                  <c:v>7</c:v>
                </c:pt>
                <c:pt idx="47">
                  <c:v>6.88</c:v>
                </c:pt>
              </c:numCache>
            </c:numRef>
          </c:yVal>
          <c:smooth val="0"/>
          <c:extLst>
            <c:ext xmlns:c16="http://schemas.microsoft.com/office/drawing/2014/chart" uri="{C3380CC4-5D6E-409C-BE32-E72D297353CC}">
              <c16:uniqueId val="{00000000-5F94-45A7-96F2-EEAA44CD4B59}"/>
            </c:ext>
          </c:extLst>
        </c:ser>
        <c:ser>
          <c:idx val="1"/>
          <c:order val="1"/>
          <c:spPr>
            <a:ln w="19050" cmpd="sng" algn="ctr">
              <a:solidFill>
                <a:schemeClr val="accent2"/>
              </a:solidFill>
              <a:prstDash val="solid"/>
            </a:ln>
          </c:spPr>
          <c:marker>
            <c:symbol val="none"/>
          </c:marker>
          <c:xVal>
            <c:numRef>
              <c:f>Sheet1!$A$1:$AV$1</c:f>
              <c:numCache>
                <c:formatCode>General</c:formatCode>
                <c:ptCount val="48"/>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numCache>
            </c:numRef>
          </c:xVal>
          <c:yVal>
            <c:numRef>
              <c:f>Sheet1!$A$3:$AV$3</c:f>
              <c:numCache>
                <c:formatCode>General</c:formatCode>
                <c:ptCount val="48"/>
                <c:pt idx="0">
                  <c:v>6.13</c:v>
                </c:pt>
                <c:pt idx="1">
                  <c:v>5.86</c:v>
                </c:pt>
                <c:pt idx="2">
                  <c:v>5.72</c:v>
                </c:pt>
                <c:pt idx="3">
                  <c:v>5.65</c:v>
                </c:pt>
                <c:pt idx="4">
                  <c:v>5.79</c:v>
                </c:pt>
                <c:pt idx="5">
                  <c:v>6.01</c:v>
                </c:pt>
                <c:pt idx="6">
                  <c:v>6.24</c:v>
                </c:pt>
                <c:pt idx="7">
                  <c:v>6.34</c:v>
                </c:pt>
                <c:pt idx="8">
                  <c:v>6.4</c:v>
                </c:pt>
                <c:pt idx="9">
                  <c:v>6.41</c:v>
                </c:pt>
                <c:pt idx="10">
                  <c:v>6.47</c:v>
                </c:pt>
                <c:pt idx="11">
                  <c:v>6.44</c:v>
                </c:pt>
                <c:pt idx="12">
                  <c:v>6.57</c:v>
                </c:pt>
                <c:pt idx="13">
                  <c:v>6.57</c:v>
                </c:pt>
                <c:pt idx="14">
                  <c:v>6.5</c:v>
                </c:pt>
                <c:pt idx="15">
                  <c:v>6.46</c:v>
                </c:pt>
                <c:pt idx="16">
                  <c:v>6.25</c:v>
                </c:pt>
                <c:pt idx="17">
                  <c:v>6.73</c:v>
                </c:pt>
                <c:pt idx="18">
                  <c:v>6.57</c:v>
                </c:pt>
                <c:pt idx="19">
                  <c:v>6.31</c:v>
                </c:pt>
                <c:pt idx="20">
                  <c:v>5.77</c:v>
                </c:pt>
                <c:pt idx="21">
                  <c:v>5.52</c:v>
                </c:pt>
                <c:pt idx="22">
                  <c:v>5.44</c:v>
                </c:pt>
                <c:pt idx="23">
                  <c:v>5.28</c:v>
                </c:pt>
                <c:pt idx="24">
                  <c:v>4.47</c:v>
                </c:pt>
                <c:pt idx="25">
                  <c:v>4.38</c:v>
                </c:pt>
                <c:pt idx="26">
                  <c:v>5.22</c:v>
                </c:pt>
                <c:pt idx="27">
                  <c:v>5.67</c:v>
                </c:pt>
                <c:pt idx="28">
                  <c:v>5.92</c:v>
                </c:pt>
                <c:pt idx="29">
                  <c:v>6.37</c:v>
                </c:pt>
                <c:pt idx="30">
                  <c:v>6.65</c:v>
                </c:pt>
                <c:pt idx="31">
                  <c:v>7.5</c:v>
                </c:pt>
                <c:pt idx="32">
                  <c:v>8.2899999999999991</c:v>
                </c:pt>
                <c:pt idx="33">
                  <c:v>8.99</c:v>
                </c:pt>
                <c:pt idx="34">
                  <c:v>9.1300000000000008</c:v>
                </c:pt>
                <c:pt idx="35">
                  <c:v>9.74</c:v>
                </c:pt>
                <c:pt idx="36">
                  <c:v>9.98</c:v>
                </c:pt>
                <c:pt idx="37">
                  <c:v>9.98</c:v>
                </c:pt>
                <c:pt idx="38">
                  <c:v>9.4700000000000006</c:v>
                </c:pt>
                <c:pt idx="39">
                  <c:v>8.76</c:v>
                </c:pt>
                <c:pt idx="40">
                  <c:v>8.5500000000000007</c:v>
                </c:pt>
                <c:pt idx="41">
                  <c:v>8.08</c:v>
                </c:pt>
                <c:pt idx="42">
                  <c:v>7.88</c:v>
                </c:pt>
                <c:pt idx="43">
                  <c:v>7.3</c:v>
                </c:pt>
                <c:pt idx="44">
                  <c:v>7.57</c:v>
                </c:pt>
                <c:pt idx="45">
                  <c:v>6.98</c:v>
                </c:pt>
                <c:pt idx="46">
                  <c:v>6.76</c:v>
                </c:pt>
                <c:pt idx="47">
                  <c:v>6.4</c:v>
                </c:pt>
              </c:numCache>
            </c:numRef>
          </c:yVal>
          <c:smooth val="0"/>
          <c:extLst>
            <c:ext xmlns:c16="http://schemas.microsoft.com/office/drawing/2014/chart" uri="{C3380CC4-5D6E-409C-BE32-E72D297353CC}">
              <c16:uniqueId val="{00000001-5F94-45A7-96F2-EEAA44CD4B59}"/>
            </c:ext>
          </c:extLst>
        </c:ser>
        <c:ser>
          <c:idx val="2"/>
          <c:order val="2"/>
          <c:spPr>
            <a:ln w="19050" cmpd="sng" algn="ctr">
              <a:solidFill>
                <a:schemeClr val="accent3"/>
              </a:solidFill>
              <a:prstDash val="solid"/>
            </a:ln>
          </c:spPr>
          <c:marker>
            <c:symbol val="none"/>
          </c:marker>
          <c:xVal>
            <c:numRef>
              <c:f>Sheet1!$A$1:$AV$1</c:f>
              <c:numCache>
                <c:formatCode>General</c:formatCode>
                <c:ptCount val="48"/>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numCache>
            </c:numRef>
          </c:xVal>
          <c:yVal>
            <c:numRef>
              <c:f>Sheet1!$A$4:$AV$4</c:f>
              <c:numCache>
                <c:formatCode>General</c:formatCode>
                <c:ptCount val="48"/>
                <c:pt idx="0">
                  <c:v>9.34</c:v>
                </c:pt>
                <c:pt idx="1">
                  <c:v>9.0299999999999994</c:v>
                </c:pt>
                <c:pt idx="2">
                  <c:v>8.61</c:v>
                </c:pt>
                <c:pt idx="3">
                  <c:v>8.5500000000000007</c:v>
                </c:pt>
                <c:pt idx="4">
                  <c:v>8.75</c:v>
                </c:pt>
                <c:pt idx="5">
                  <c:v>9.18</c:v>
                </c:pt>
                <c:pt idx="6">
                  <c:v>9.4499999999999993</c:v>
                </c:pt>
                <c:pt idx="7">
                  <c:v>9.66</c:v>
                </c:pt>
                <c:pt idx="8">
                  <c:v>9.7899999999999991</c:v>
                </c:pt>
                <c:pt idx="9">
                  <c:v>9.86</c:v>
                </c:pt>
                <c:pt idx="10">
                  <c:v>9.9499999999999993</c:v>
                </c:pt>
                <c:pt idx="11">
                  <c:v>9.75</c:v>
                </c:pt>
                <c:pt idx="12">
                  <c:v>9.77</c:v>
                </c:pt>
                <c:pt idx="13">
                  <c:v>9.26</c:v>
                </c:pt>
                <c:pt idx="14">
                  <c:v>8.57</c:v>
                </c:pt>
                <c:pt idx="15">
                  <c:v>7.89</c:v>
                </c:pt>
                <c:pt idx="16">
                  <c:v>7.93</c:v>
                </c:pt>
                <c:pt idx="17">
                  <c:v>7.4</c:v>
                </c:pt>
                <c:pt idx="18">
                  <c:v>6.93</c:v>
                </c:pt>
                <c:pt idx="19">
                  <c:v>6.29</c:v>
                </c:pt>
                <c:pt idx="20">
                  <c:v>5.55</c:v>
                </c:pt>
                <c:pt idx="21">
                  <c:v>5.04</c:v>
                </c:pt>
                <c:pt idx="22">
                  <c:v>4.79</c:v>
                </c:pt>
                <c:pt idx="23">
                  <c:v>4.5199999999999996</c:v>
                </c:pt>
                <c:pt idx="24">
                  <c:v>3.82</c:v>
                </c:pt>
                <c:pt idx="25">
                  <c:v>3.85</c:v>
                </c:pt>
                <c:pt idx="26">
                  <c:v>4.6900000000000004</c:v>
                </c:pt>
                <c:pt idx="27">
                  <c:v>5.17</c:v>
                </c:pt>
                <c:pt idx="28">
                  <c:v>5.62</c:v>
                </c:pt>
                <c:pt idx="29">
                  <c:v>6.57</c:v>
                </c:pt>
                <c:pt idx="30">
                  <c:v>7.2</c:v>
                </c:pt>
                <c:pt idx="31">
                  <c:v>8.69</c:v>
                </c:pt>
                <c:pt idx="32">
                  <c:v>10.039999999999999</c:v>
                </c:pt>
                <c:pt idx="33">
                  <c:v>11.89</c:v>
                </c:pt>
                <c:pt idx="34">
                  <c:v>12.68</c:v>
                </c:pt>
                <c:pt idx="35">
                  <c:v>14.23</c:v>
                </c:pt>
                <c:pt idx="36">
                  <c:v>14.5</c:v>
                </c:pt>
                <c:pt idx="37">
                  <c:v>14.68</c:v>
                </c:pt>
                <c:pt idx="38">
                  <c:v>14.4</c:v>
                </c:pt>
                <c:pt idx="39">
                  <c:v>13.69</c:v>
                </c:pt>
                <c:pt idx="40">
                  <c:v>13.44</c:v>
                </c:pt>
                <c:pt idx="41">
                  <c:v>12.86</c:v>
                </c:pt>
                <c:pt idx="42">
                  <c:v>12.44</c:v>
                </c:pt>
                <c:pt idx="43">
                  <c:v>11.75</c:v>
                </c:pt>
                <c:pt idx="44">
                  <c:v>11</c:v>
                </c:pt>
                <c:pt idx="45">
                  <c:v>10.41</c:v>
                </c:pt>
                <c:pt idx="46">
                  <c:v>9.98</c:v>
                </c:pt>
                <c:pt idx="47">
                  <c:v>9.15</c:v>
                </c:pt>
              </c:numCache>
            </c:numRef>
          </c:yVal>
          <c:smooth val="0"/>
          <c:extLst>
            <c:ext xmlns:c16="http://schemas.microsoft.com/office/drawing/2014/chart" uri="{C3380CC4-5D6E-409C-BE32-E72D297353CC}">
              <c16:uniqueId val="{00000002-5F94-45A7-96F2-EEAA44CD4B59}"/>
            </c:ext>
          </c:extLst>
        </c:ser>
        <c:ser>
          <c:idx val="3"/>
          <c:order val="3"/>
          <c:spPr>
            <a:ln w="19050" cmpd="sng" algn="ctr">
              <a:solidFill>
                <a:schemeClr val="accent4"/>
              </a:solidFill>
              <a:prstDash val="solid"/>
            </a:ln>
          </c:spPr>
          <c:marker>
            <c:symbol val="none"/>
          </c:marker>
          <c:xVal>
            <c:numRef>
              <c:f>Sheet1!$A$1:$AV$1</c:f>
              <c:numCache>
                <c:formatCode>General</c:formatCode>
                <c:ptCount val="48"/>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numCache>
            </c:numRef>
          </c:xVal>
          <c:yVal>
            <c:numRef>
              <c:f>Sheet1!$A$5:$AV$5</c:f>
              <c:numCache>
                <c:formatCode>General</c:formatCode>
                <c:ptCount val="48"/>
                <c:pt idx="0">
                  <c:v>9.5</c:v>
                </c:pt>
                <c:pt idx="1">
                  <c:v>9.19</c:v>
                </c:pt>
                <c:pt idx="2">
                  <c:v>8.98</c:v>
                </c:pt>
                <c:pt idx="3">
                  <c:v>8.93</c:v>
                </c:pt>
                <c:pt idx="4">
                  <c:v>8.98</c:v>
                </c:pt>
                <c:pt idx="5">
                  <c:v>9.33</c:v>
                </c:pt>
                <c:pt idx="6">
                  <c:v>9.59</c:v>
                </c:pt>
                <c:pt idx="7">
                  <c:v>9.7799999999999994</c:v>
                </c:pt>
                <c:pt idx="8">
                  <c:v>9.7100000000000009</c:v>
                </c:pt>
                <c:pt idx="9">
                  <c:v>9.89</c:v>
                </c:pt>
                <c:pt idx="10">
                  <c:v>10.130000000000001</c:v>
                </c:pt>
                <c:pt idx="11">
                  <c:v>9.99</c:v>
                </c:pt>
                <c:pt idx="12">
                  <c:v>10.28</c:v>
                </c:pt>
                <c:pt idx="13">
                  <c:v>10.31</c:v>
                </c:pt>
                <c:pt idx="14">
                  <c:v>9.9700000000000006</c:v>
                </c:pt>
                <c:pt idx="15">
                  <c:v>9.36</c:v>
                </c:pt>
                <c:pt idx="16">
                  <c:v>9.19</c:v>
                </c:pt>
                <c:pt idx="17">
                  <c:v>8.89</c:v>
                </c:pt>
                <c:pt idx="18">
                  <c:v>8.4499999999999993</c:v>
                </c:pt>
                <c:pt idx="19">
                  <c:v>7.58</c:v>
                </c:pt>
                <c:pt idx="20">
                  <c:v>6.99</c:v>
                </c:pt>
                <c:pt idx="21">
                  <c:v>6.46</c:v>
                </c:pt>
                <c:pt idx="22">
                  <c:v>6.09</c:v>
                </c:pt>
                <c:pt idx="23">
                  <c:v>5.8</c:v>
                </c:pt>
                <c:pt idx="24">
                  <c:v>5.1100000000000003</c:v>
                </c:pt>
                <c:pt idx="25">
                  <c:v>5.0999999999999996</c:v>
                </c:pt>
                <c:pt idx="26">
                  <c:v>5.97</c:v>
                </c:pt>
                <c:pt idx="27">
                  <c:v>6.59</c:v>
                </c:pt>
                <c:pt idx="28">
                  <c:v>6.93</c:v>
                </c:pt>
                <c:pt idx="29">
                  <c:v>7.43</c:v>
                </c:pt>
                <c:pt idx="30">
                  <c:v>8.01</c:v>
                </c:pt>
                <c:pt idx="31">
                  <c:v>9.77</c:v>
                </c:pt>
                <c:pt idx="32">
                  <c:v>10.61</c:v>
                </c:pt>
                <c:pt idx="33">
                  <c:v>12.52</c:v>
                </c:pt>
                <c:pt idx="34">
                  <c:v>13.25</c:v>
                </c:pt>
                <c:pt idx="35">
                  <c:v>14.55</c:v>
                </c:pt>
                <c:pt idx="36">
                  <c:v>14.73</c:v>
                </c:pt>
                <c:pt idx="37">
                  <c:v>15.07</c:v>
                </c:pt>
                <c:pt idx="38">
                  <c:v>14.54</c:v>
                </c:pt>
                <c:pt idx="39">
                  <c:v>13.9</c:v>
                </c:pt>
                <c:pt idx="40">
                  <c:v>13.64</c:v>
                </c:pt>
                <c:pt idx="41">
                  <c:v>13.04</c:v>
                </c:pt>
                <c:pt idx="42">
                  <c:v>12.71</c:v>
                </c:pt>
                <c:pt idx="43">
                  <c:v>11.96</c:v>
                </c:pt>
                <c:pt idx="44">
                  <c:v>11.92</c:v>
                </c:pt>
                <c:pt idx="45">
                  <c:v>10.83</c:v>
                </c:pt>
                <c:pt idx="46">
                  <c:v>10.42</c:v>
                </c:pt>
                <c:pt idx="47">
                  <c:v>9.08</c:v>
                </c:pt>
              </c:numCache>
            </c:numRef>
          </c:yVal>
          <c:smooth val="0"/>
          <c:extLst>
            <c:ext xmlns:c16="http://schemas.microsoft.com/office/drawing/2014/chart" uri="{C3380CC4-5D6E-409C-BE32-E72D297353CC}">
              <c16:uniqueId val="{00000003-5F94-45A7-96F2-EEAA44CD4B59}"/>
            </c:ext>
          </c:extLst>
        </c:ser>
        <c:dLbls>
          <c:showLegendKey val="0"/>
          <c:showVal val="0"/>
          <c:showCatName val="0"/>
          <c:showSerName val="0"/>
          <c:showPercent val="0"/>
          <c:showBubbleSize val="0"/>
        </c:dLbls>
        <c:axId val="4"/>
        <c:axId val="5"/>
      </c:scatterChart>
      <c:valAx>
        <c:axId val="4"/>
        <c:scaling>
          <c:orientation val="minMax"/>
          <c:max val="24"/>
          <c:min val="0"/>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5"/>
        <c:crosses val="min"/>
        <c:crossBetween val="midCat"/>
        <c:majorUnit val="2"/>
      </c:valAx>
      <c:valAx>
        <c:axId val="5"/>
        <c:scaling>
          <c:orientation val="minMax"/>
          <c:max val="16"/>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4"/>
        <c:crosses val="min"/>
        <c:crossBetween val="midCat"/>
        <c:majorUnit val="2"/>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4463395434269223E-2"/>
          <c:y val="9.8997995991983972E-2"/>
          <c:w val="0.78876935187614794"/>
          <c:h val="0.8236472945891784"/>
        </c:manualLayout>
      </c:layout>
      <c:barChart>
        <c:barDir val="col"/>
        <c:grouping val="stacked"/>
        <c:varyColors val="0"/>
        <c:ser>
          <c:idx val="0"/>
          <c:order val="0"/>
          <c:spPr>
            <a:solidFill>
              <a:schemeClr val="accent1"/>
            </a:solidFill>
            <a:ln>
              <a:noFill/>
            </a:ln>
          </c:spPr>
          <c:invertIfNegative val="0"/>
          <c:dLbls>
            <c:dLbl>
              <c:idx val="2"/>
              <c:layout>
                <c:manualLayout>
                  <c:x val="0"/>
                  <c:y val="-0.13987975951903808"/>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13B-4192-9E10-4A008C27E55C}"/>
                </c:ext>
              </c:extLst>
            </c:dLbl>
            <c:dLbl>
              <c:idx val="3"/>
              <c:layout>
                <c:manualLayout>
                  <c:x val="0"/>
                  <c:y val="-0.3278557114228457"/>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13B-4192-9E10-4A008C27E55C}"/>
                </c:ext>
              </c:extLst>
            </c:dLbl>
            <c:dLbl>
              <c:idx val="4"/>
              <c:layout>
                <c:manualLayout>
                  <c:x val="0"/>
                  <c:y val="-0.30260521042084171"/>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13B-4192-9E10-4A008C27E55C}"/>
                </c:ext>
              </c:extLst>
            </c:dLbl>
            <c:dLbl>
              <c:idx val="6"/>
              <c:layout>
                <c:manualLayout>
                  <c:x val="0"/>
                  <c:y val="-0.4156312625250501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13B-4192-9E10-4A008C27E55C}"/>
                </c:ext>
              </c:extLst>
            </c:dLbl>
            <c:dLbl>
              <c:idx val="7"/>
              <c:layout>
                <c:manualLayout>
                  <c:x val="0"/>
                  <c:y val="-0.43847695390781566"/>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13B-4192-9E10-4A008C27E55C}"/>
                </c:ext>
              </c:extLst>
            </c:dLbl>
            <c:dLbl>
              <c:idx val="8"/>
              <c:layout>
                <c:manualLayout>
                  <c:x val="0"/>
                  <c:y val="-0.41322645290581161"/>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13B-4192-9E10-4A008C27E55C}"/>
                </c:ext>
              </c:extLst>
            </c:dLbl>
            <c:dLbl>
              <c:idx val="9"/>
              <c:layout>
                <c:manualLayout>
                  <c:x val="0"/>
                  <c:y val="-0.43607214428857716"/>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13B-4192-9E10-4A008C27E55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0</c:v>
                </c:pt>
                <c:pt idx="1">
                  <c:v>0</c:v>
                </c:pt>
                <c:pt idx="2">
                  <c:v>42</c:v>
                </c:pt>
                <c:pt idx="3">
                  <c:v>115</c:v>
                </c:pt>
                <c:pt idx="4">
                  <c:v>105</c:v>
                </c:pt>
                <c:pt idx="5">
                  <c:v>108</c:v>
                </c:pt>
                <c:pt idx="6">
                  <c:v>149</c:v>
                </c:pt>
                <c:pt idx="7">
                  <c:v>158</c:v>
                </c:pt>
                <c:pt idx="8">
                  <c:v>148</c:v>
                </c:pt>
                <c:pt idx="9">
                  <c:v>157</c:v>
                </c:pt>
              </c:numCache>
            </c:numRef>
          </c:val>
          <c:extLst>
            <c:ext xmlns:c16="http://schemas.microsoft.com/office/drawing/2014/chart" uri="{C3380CC4-5D6E-409C-BE32-E72D297353CC}">
              <c16:uniqueId val="{00000007-413B-4192-9E10-4A008C27E55C}"/>
            </c:ext>
          </c:extLst>
        </c:ser>
        <c:dLbls>
          <c:showLegendKey val="0"/>
          <c:showVal val="0"/>
          <c:showCatName val="0"/>
          <c:showSerName val="0"/>
          <c:showPercent val="0"/>
          <c:showBubbleSize val="0"/>
        </c:dLbls>
        <c:gapWidth val="80"/>
        <c:overlap val="100"/>
        <c:axId val="1177748703"/>
        <c:axId val="1"/>
      </c:barChart>
      <c:lineChart>
        <c:grouping val="standard"/>
        <c:varyColors val="0"/>
        <c:ser>
          <c:idx val="1"/>
          <c:order val="1"/>
          <c:spPr>
            <a:ln w="28575" cmpd="sng" algn="ctr">
              <a:solidFill>
                <a:schemeClr val="tx2"/>
              </a:solidFill>
              <a:prstDash val="solid"/>
            </a:ln>
          </c:spPr>
          <c:marker>
            <c:symbol val="none"/>
          </c:marker>
          <c:val>
            <c:numRef>
              <c:f>Sheet1!$A$2:$J$2</c:f>
              <c:numCache>
                <c:formatCode>General</c:formatCode>
                <c:ptCount val="10"/>
                <c:pt idx="0">
                  <c:v>0</c:v>
                </c:pt>
                <c:pt idx="1">
                  <c:v>0</c:v>
                </c:pt>
                <c:pt idx="2">
                  <c:v>39</c:v>
                </c:pt>
                <c:pt idx="3">
                  <c:v>693</c:v>
                </c:pt>
                <c:pt idx="4">
                  <c:v>867</c:v>
                </c:pt>
                <c:pt idx="5">
                  <c:v>1515</c:v>
                </c:pt>
                <c:pt idx="6">
                  <c:v>1909</c:v>
                </c:pt>
                <c:pt idx="7">
                  <c:v>2178</c:v>
                </c:pt>
                <c:pt idx="8">
                  <c:v>1167</c:v>
                </c:pt>
                <c:pt idx="9">
                  <c:v>983</c:v>
                </c:pt>
              </c:numCache>
            </c:numRef>
          </c:val>
          <c:smooth val="0"/>
          <c:extLst>
            <c:ext xmlns:c16="http://schemas.microsoft.com/office/drawing/2014/chart" uri="{C3380CC4-5D6E-409C-BE32-E72D297353CC}">
              <c16:uniqueId val="{00000008-413B-4192-9E10-4A008C27E55C}"/>
            </c:ext>
          </c:extLst>
        </c:ser>
        <c:dLbls>
          <c:showLegendKey val="0"/>
          <c:showVal val="0"/>
          <c:showCatName val="0"/>
          <c:showSerName val="0"/>
          <c:showPercent val="0"/>
          <c:showBubbleSize val="0"/>
        </c:dLbls>
        <c:marker val="1"/>
        <c:smooth val="0"/>
        <c:axId val="2"/>
        <c:axId val="3"/>
      </c:lineChart>
      <c:catAx>
        <c:axId val="117774870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6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177748703"/>
        <c:crosses val="min"/>
        <c:crossBetween val="between"/>
        <c:majorUnit val="20"/>
      </c:valAx>
      <c:catAx>
        <c:axId val="2"/>
        <c:scaling>
          <c:orientation val="minMax"/>
        </c:scaling>
        <c:delete val="0"/>
        <c:axPos val="b"/>
        <c:majorGridlines>
          <c:spPr>
            <a:ln>
              <a:noFill/>
            </a:ln>
          </c:spPr>
        </c:majorGridlines>
        <c:majorTickMark val="none"/>
        <c:minorTickMark val="none"/>
        <c:tickLblPos val="none"/>
        <c:spPr>
          <a:ln>
            <a:noFill/>
          </a:ln>
        </c:spPr>
        <c:crossAx val="3"/>
        <c:crosses val="min"/>
        <c:auto val="0"/>
        <c:lblAlgn val="ctr"/>
        <c:lblOffset val="100"/>
        <c:noMultiLvlLbl val="0"/>
      </c:catAx>
      <c:valAx>
        <c:axId val="3"/>
        <c:scaling>
          <c:orientation val="minMax"/>
          <c:max val="2200"/>
          <c:min val="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2"/>
        <c:crosses val="max"/>
        <c:crossBetween val="between"/>
        <c:majorUnit val="2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977476492455718"/>
          <c:y val="4.772393538913363E-2"/>
          <c:w val="0.87885414388803851"/>
          <c:h val="0.90455212922173278"/>
        </c:manualLayout>
      </c:layout>
      <c:lineChart>
        <c:grouping val="standard"/>
        <c:varyColors val="0"/>
        <c:ser>
          <c:idx val="0"/>
          <c:order val="0"/>
          <c:spPr>
            <a:ln w="19050" cmpd="sng" algn="ctr">
              <a:solidFill>
                <a:schemeClr val="accent1"/>
              </a:solidFill>
              <a:prstDash val="solid"/>
            </a:ln>
          </c:spPr>
          <c:marker>
            <c:symbol val="none"/>
          </c:marker>
          <c:val>
            <c:numRef>
              <c:f>Sheet1!$A$1:$J$1</c:f>
              <c:numCache>
                <c:formatCode>General</c:formatCode>
                <c:ptCount val="10"/>
                <c:pt idx="0">
                  <c:v>5823</c:v>
                </c:pt>
                <c:pt idx="1">
                  <c:v>7982</c:v>
                </c:pt>
                <c:pt idx="2">
                  <c:v>5491</c:v>
                </c:pt>
                <c:pt idx="3">
                  <c:v>5945</c:v>
                </c:pt>
                <c:pt idx="4">
                  <c:v>16071</c:v>
                </c:pt>
                <c:pt idx="5">
                  <c:v>16040</c:v>
                </c:pt>
                <c:pt idx="6">
                  <c:v>24367</c:v>
                </c:pt>
                <c:pt idx="7">
                  <c:v>12521</c:v>
                </c:pt>
                <c:pt idx="8">
                  <c:v>12401</c:v>
                </c:pt>
                <c:pt idx="9">
                  <c:v>10366</c:v>
                </c:pt>
              </c:numCache>
            </c:numRef>
          </c:val>
          <c:smooth val="0"/>
          <c:extLst>
            <c:ext xmlns:c16="http://schemas.microsoft.com/office/drawing/2014/chart" uri="{C3380CC4-5D6E-409C-BE32-E72D297353CC}">
              <c16:uniqueId val="{00000000-2080-4BE8-9467-F915A503248A}"/>
            </c:ext>
          </c:extLst>
        </c:ser>
        <c:ser>
          <c:idx val="1"/>
          <c:order val="1"/>
          <c:spPr>
            <a:ln w="19050" cmpd="sng" algn="ctr">
              <a:solidFill>
                <a:schemeClr val="accent2"/>
              </a:solidFill>
              <a:prstDash val="solid"/>
            </a:ln>
          </c:spPr>
          <c:marker>
            <c:symbol val="none"/>
          </c:marker>
          <c:val>
            <c:numRef>
              <c:f>Sheet1!$A$2:$J$2</c:f>
              <c:numCache>
                <c:formatCode>General</c:formatCode>
                <c:ptCount val="10"/>
                <c:pt idx="0">
                  <c:v>3976</c:v>
                </c:pt>
                <c:pt idx="1">
                  <c:v>5845</c:v>
                </c:pt>
                <c:pt idx="2">
                  <c:v>4056</c:v>
                </c:pt>
                <c:pt idx="3">
                  <c:v>4209</c:v>
                </c:pt>
                <c:pt idx="4">
                  <c:v>12170</c:v>
                </c:pt>
                <c:pt idx="5">
                  <c:v>11897</c:v>
                </c:pt>
                <c:pt idx="6">
                  <c:v>17274</c:v>
                </c:pt>
                <c:pt idx="7">
                  <c:v>9562</c:v>
                </c:pt>
                <c:pt idx="8">
                  <c:v>9885</c:v>
                </c:pt>
                <c:pt idx="9">
                  <c:v>7997</c:v>
                </c:pt>
              </c:numCache>
            </c:numRef>
          </c:val>
          <c:smooth val="0"/>
          <c:extLst>
            <c:ext xmlns:c16="http://schemas.microsoft.com/office/drawing/2014/chart" uri="{C3380CC4-5D6E-409C-BE32-E72D297353CC}">
              <c16:uniqueId val="{00000001-2080-4BE8-9467-F915A503248A}"/>
            </c:ext>
          </c:extLst>
        </c:ser>
        <c:ser>
          <c:idx val="2"/>
          <c:order val="2"/>
          <c:spPr>
            <a:ln w="19050" cmpd="sng" algn="ctr">
              <a:solidFill>
                <a:schemeClr val="accent3"/>
              </a:solidFill>
              <a:prstDash val="solid"/>
            </a:ln>
          </c:spPr>
          <c:marker>
            <c:symbol val="none"/>
          </c:marker>
          <c:val>
            <c:numRef>
              <c:f>Sheet1!$A$3:$J$3</c:f>
              <c:numCache>
                <c:formatCode>General</c:formatCode>
                <c:ptCount val="10"/>
                <c:pt idx="0">
                  <c:v>2400</c:v>
                </c:pt>
                <c:pt idx="1">
                  <c:v>2987</c:v>
                </c:pt>
                <c:pt idx="2">
                  <c:v>3376</c:v>
                </c:pt>
                <c:pt idx="3">
                  <c:v>4295</c:v>
                </c:pt>
                <c:pt idx="4">
                  <c:v>11829</c:v>
                </c:pt>
                <c:pt idx="5">
                  <c:v>13060</c:v>
                </c:pt>
                <c:pt idx="6">
                  <c:v>19394</c:v>
                </c:pt>
                <c:pt idx="7">
                  <c:v>10405</c:v>
                </c:pt>
                <c:pt idx="8">
                  <c:v>10199</c:v>
                </c:pt>
                <c:pt idx="9">
                  <c:v>8712</c:v>
                </c:pt>
              </c:numCache>
            </c:numRef>
          </c:val>
          <c:smooth val="0"/>
          <c:extLst>
            <c:ext xmlns:c16="http://schemas.microsoft.com/office/drawing/2014/chart" uri="{C3380CC4-5D6E-409C-BE32-E72D297353CC}">
              <c16:uniqueId val="{00000002-2080-4BE8-9467-F915A503248A}"/>
            </c:ext>
          </c:extLst>
        </c:ser>
        <c:dLbls>
          <c:showLegendKey val="0"/>
          <c:showVal val="0"/>
          <c:showCatName val="0"/>
          <c:showSerName val="0"/>
          <c:showPercent val="0"/>
          <c:showBubbleSize val="0"/>
        </c:dLbls>
        <c:smooth val="0"/>
        <c:axId val="1948290112"/>
        <c:axId val="1"/>
      </c:lineChart>
      <c:catAx>
        <c:axId val="194829011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0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948290112"/>
        <c:crosses val="min"/>
        <c:crossBetween val="midCat"/>
        <c:majorUnit val="500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7310299584517826E-2"/>
          <c:y val="4.772393538913363E-2"/>
          <c:w val="0.89131860922807782"/>
          <c:h val="0.90455212922173278"/>
        </c:manualLayout>
      </c:layout>
      <c:lineChart>
        <c:grouping val="standard"/>
        <c:varyColors val="0"/>
        <c:ser>
          <c:idx val="0"/>
          <c:order val="0"/>
          <c:spPr>
            <a:ln w="19050" cmpd="sng" algn="ctr">
              <a:solidFill>
                <a:schemeClr val="accent1"/>
              </a:solidFill>
              <a:prstDash val="solid"/>
            </a:ln>
          </c:spPr>
          <c:marker>
            <c:symbol val="none"/>
          </c:marker>
          <c:val>
            <c:numRef>
              <c:f>Sheet1!$A$1:$J$1</c:f>
              <c:numCache>
                <c:formatCode>General</c:formatCode>
                <c:ptCount val="10"/>
                <c:pt idx="0">
                  <c:v>711.86374863523702</c:v>
                </c:pt>
                <c:pt idx="1">
                  <c:v>811.484287099428</c:v>
                </c:pt>
                <c:pt idx="2">
                  <c:v>630.36760868297995</c:v>
                </c:pt>
                <c:pt idx="3">
                  <c:v>873.81105262576705</c:v>
                </c:pt>
                <c:pt idx="4">
                  <c:v>1418.7304996713799</c:v>
                </c:pt>
                <c:pt idx="5">
                  <c:v>1289.5861994172001</c:v>
                </c:pt>
                <c:pt idx="6">
                  <c:v>1748.7156914121899</c:v>
                </c:pt>
                <c:pt idx="7">
                  <c:v>1418.0889064671701</c:v>
                </c:pt>
                <c:pt idx="8">
                  <c:v>1165.5360934658399</c:v>
                </c:pt>
                <c:pt idx="9">
                  <c:v>1074.6835564902101</c:v>
                </c:pt>
              </c:numCache>
            </c:numRef>
          </c:val>
          <c:smooth val="0"/>
          <c:extLst>
            <c:ext xmlns:c16="http://schemas.microsoft.com/office/drawing/2014/chart" uri="{C3380CC4-5D6E-409C-BE32-E72D297353CC}">
              <c16:uniqueId val="{00000000-A748-4D9F-99A2-868071DB19F2}"/>
            </c:ext>
          </c:extLst>
        </c:ser>
        <c:ser>
          <c:idx val="1"/>
          <c:order val="1"/>
          <c:spPr>
            <a:ln w="19050" cmpd="sng" algn="ctr">
              <a:solidFill>
                <a:schemeClr val="accent2"/>
              </a:solidFill>
              <a:prstDash val="solid"/>
            </a:ln>
          </c:spPr>
          <c:marker>
            <c:symbol val="none"/>
          </c:marker>
          <c:val>
            <c:numRef>
              <c:f>Sheet1!$A$2:$J$2</c:f>
              <c:numCache>
                <c:formatCode>General</c:formatCode>
                <c:ptCount val="10"/>
                <c:pt idx="0">
                  <c:v>483.33209736202298</c:v>
                </c:pt>
                <c:pt idx="1">
                  <c:v>590.79473046397004</c:v>
                </c:pt>
                <c:pt idx="2">
                  <c:v>453.47910808265999</c:v>
                </c:pt>
                <c:pt idx="3">
                  <c:v>609.31950491653504</c:v>
                </c:pt>
                <c:pt idx="4">
                  <c:v>1023.52056256498</c:v>
                </c:pt>
                <c:pt idx="5">
                  <c:v>952.63286227328399</c:v>
                </c:pt>
                <c:pt idx="6">
                  <c:v>1262.5999390545601</c:v>
                </c:pt>
                <c:pt idx="7">
                  <c:v>1071.9132340669801</c:v>
                </c:pt>
                <c:pt idx="8">
                  <c:v>920.88200900787604</c:v>
                </c:pt>
                <c:pt idx="9">
                  <c:v>823.65115000425305</c:v>
                </c:pt>
              </c:numCache>
            </c:numRef>
          </c:val>
          <c:smooth val="0"/>
          <c:extLst>
            <c:ext xmlns:c16="http://schemas.microsoft.com/office/drawing/2014/chart" uri="{C3380CC4-5D6E-409C-BE32-E72D297353CC}">
              <c16:uniqueId val="{00000001-A748-4D9F-99A2-868071DB19F2}"/>
            </c:ext>
          </c:extLst>
        </c:ser>
        <c:ser>
          <c:idx val="2"/>
          <c:order val="2"/>
          <c:spPr>
            <a:ln w="19050" cmpd="sng" algn="ctr">
              <a:solidFill>
                <a:schemeClr val="accent3"/>
              </a:solidFill>
              <a:prstDash val="solid"/>
            </a:ln>
          </c:spPr>
          <c:marker>
            <c:symbol val="none"/>
          </c:marker>
          <c:val>
            <c:numRef>
              <c:f>Sheet1!$A$3:$J$3</c:f>
              <c:numCache>
                <c:formatCode>General</c:formatCode>
                <c:ptCount val="10"/>
                <c:pt idx="0">
                  <c:v>296.63080974122499</c:v>
                </c:pt>
                <c:pt idx="1">
                  <c:v>292.09887433109401</c:v>
                </c:pt>
                <c:pt idx="2">
                  <c:v>391.78222865520502</c:v>
                </c:pt>
                <c:pt idx="3">
                  <c:v>643.04453340301404</c:v>
                </c:pt>
                <c:pt idx="4">
                  <c:v>1024.26693631065</c:v>
                </c:pt>
                <c:pt idx="5">
                  <c:v>1032.1206848198599</c:v>
                </c:pt>
                <c:pt idx="6">
                  <c:v>1402.6128258460601</c:v>
                </c:pt>
                <c:pt idx="7">
                  <c:v>1170.12980430573</c:v>
                </c:pt>
                <c:pt idx="8">
                  <c:v>967.10215646455595</c:v>
                </c:pt>
                <c:pt idx="9">
                  <c:v>906.67574758877402</c:v>
                </c:pt>
              </c:numCache>
            </c:numRef>
          </c:val>
          <c:smooth val="0"/>
          <c:extLst>
            <c:ext xmlns:c16="http://schemas.microsoft.com/office/drawing/2014/chart" uri="{C3380CC4-5D6E-409C-BE32-E72D297353CC}">
              <c16:uniqueId val="{00000002-A748-4D9F-99A2-868071DB19F2}"/>
            </c:ext>
          </c:extLst>
        </c:ser>
        <c:dLbls>
          <c:showLegendKey val="0"/>
          <c:showVal val="0"/>
          <c:showCatName val="0"/>
          <c:showSerName val="0"/>
          <c:showPercent val="0"/>
          <c:showBubbleSize val="0"/>
        </c:dLbls>
        <c:smooth val="0"/>
        <c:axId val="1948377952"/>
        <c:axId val="1"/>
      </c:lineChart>
      <c:catAx>
        <c:axId val="19483779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948377952"/>
        <c:crosses val="min"/>
        <c:crossBetween val="midCat"/>
        <c:majorUnit val="20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2431009730419522E-2"/>
          <c:y val="5.4386532858530269E-2"/>
          <c:w val="0.94241505822300209"/>
          <c:h val="0.89122693428293942"/>
        </c:manualLayout>
      </c:layout>
      <c:barChart>
        <c:barDir val="col"/>
        <c:grouping val="stacked"/>
        <c:varyColors val="0"/>
        <c:ser>
          <c:idx val="0"/>
          <c:order val="0"/>
          <c:spPr>
            <a:solidFill>
              <a:schemeClr val="accent1"/>
            </a:solidFill>
            <a:ln>
              <a:noFill/>
            </a:ln>
          </c:spPr>
          <c:invertIfNegative val="0"/>
          <c:dLbls>
            <c:dLbl>
              <c:idx val="0"/>
              <c:layout>
                <c:manualLayout>
                  <c:x val="4.4026160472164622E-2"/>
                  <c:y val="-2.233732599546779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E6C-4E99-828E-030F49E25980}"/>
                </c:ext>
              </c:extLst>
            </c:dLbl>
            <c:dLbl>
              <c:idx val="1"/>
              <c:layout>
                <c:manualLayout>
                  <c:x val="4.4026160472164622E-2"/>
                  <c:y val="-2.233732599546779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E6C-4E99-828E-030F49E25980}"/>
                </c:ext>
              </c:extLst>
            </c:dLbl>
            <c:dLbl>
              <c:idx val="2"/>
              <c:layout>
                <c:manualLayout>
                  <c:x val="4.3866645397990109E-2"/>
                  <c:y val="-2.2013596633214633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E6C-4E99-828E-030F49E25980}"/>
                </c:ext>
              </c:extLst>
            </c:dLbl>
            <c:dLbl>
              <c:idx val="3"/>
              <c:layout>
                <c:manualLayout>
                  <c:x val="4.4026160472164622E-2"/>
                  <c:y val="-2.1689867270961477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E6C-4E99-828E-030F49E25980}"/>
                </c:ext>
              </c:extLst>
            </c:dLbl>
            <c:dLbl>
              <c:idx val="4"/>
              <c:layout>
                <c:manualLayout>
                  <c:x val="4.4026160472164622E-2"/>
                  <c:y val="-2.2013596633214633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E6C-4E99-828E-030F49E25980}"/>
                </c:ext>
              </c:extLst>
            </c:dLbl>
            <c:dLbl>
              <c:idx val="5"/>
              <c:layout>
                <c:manualLayout>
                  <c:x val="4.4026160472164622E-2"/>
                  <c:y val="-2.233732599546779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E6C-4E99-828E-030F49E25980}"/>
                </c:ext>
              </c:extLst>
            </c:dLbl>
            <c:dLbl>
              <c:idx val="7"/>
              <c:layout>
                <c:manualLayout>
                  <c:x val="4.3866645397990109E-2"/>
                  <c:y val="-2.233732599546779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E6C-4E99-828E-030F49E25980}"/>
                </c:ext>
              </c:extLst>
            </c:dLbl>
            <c:dLbl>
              <c:idx val="8"/>
              <c:layout>
                <c:manualLayout>
                  <c:x val="4.4026160472164622E-2"/>
                  <c:y val="-2.2661055357720946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E6C-4E99-828E-030F49E25980}"/>
                </c:ext>
              </c:extLst>
            </c:dLbl>
            <c:dLbl>
              <c:idx val="9"/>
              <c:layout>
                <c:manualLayout>
                  <c:x val="4.4026160472164622E-2"/>
                  <c:y val="-2.233732599546779E-2"/>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2.30369863013699E-2</c:v>
                </c:pt>
                <c:pt idx="1">
                  <c:v>1.9951369863013699E-2</c:v>
                </c:pt>
                <c:pt idx="2">
                  <c:v>3.3133561643835602E-2</c:v>
                </c:pt>
                <c:pt idx="3">
                  <c:v>3.7502732240437202E-2</c:v>
                </c:pt>
                <c:pt idx="4">
                  <c:v>3.5043835616438403E-2</c:v>
                </c:pt>
                <c:pt idx="5">
                  <c:v>1.79712328767123E-2</c:v>
                </c:pt>
                <c:pt idx="6">
                  <c:v>7.4986301369863E-3</c:v>
                </c:pt>
                <c:pt idx="7">
                  <c:v>1.6765710382513701E-2</c:v>
                </c:pt>
                <c:pt idx="8">
                  <c:v>9.3390410958904095E-3</c:v>
                </c:pt>
                <c:pt idx="9">
                  <c:v>1.81315068493151E-2</c:v>
                </c:pt>
              </c:numCache>
            </c:numRef>
          </c:val>
          <c:extLst>
            <c:ext xmlns:c16="http://schemas.microsoft.com/office/drawing/2014/chart" uri="{C3380CC4-5D6E-409C-BE32-E72D297353CC}">
              <c16:uniqueId val="{00000009-4E6C-4E99-828E-030F49E25980}"/>
            </c:ext>
          </c:extLst>
        </c:ser>
        <c:ser>
          <c:idx val="1"/>
          <c:order val="1"/>
          <c:spPr>
            <a:solidFill>
              <a:schemeClr val="accent6"/>
            </a:solidFill>
            <a:ln>
              <a:noFill/>
            </a:ln>
          </c:spPr>
          <c:invertIfNegative val="0"/>
          <c:val>
            <c:numRef>
              <c:f>Sheet1!$A$2:$J$2</c:f>
              <c:numCache>
                <c:formatCode>General</c:formatCode>
                <c:ptCount val="10"/>
                <c:pt idx="0">
                  <c:v>5.8222602739726001E-2</c:v>
                </c:pt>
                <c:pt idx="1">
                  <c:v>5.7416438356164404E-2</c:v>
                </c:pt>
                <c:pt idx="2">
                  <c:v>6.3460958904109604E-2</c:v>
                </c:pt>
                <c:pt idx="3">
                  <c:v>6.8415983606557401E-2</c:v>
                </c:pt>
                <c:pt idx="4">
                  <c:v>8.0991095890411008E-2</c:v>
                </c:pt>
                <c:pt idx="5">
                  <c:v>8.9216438356164399E-2</c:v>
                </c:pt>
                <c:pt idx="6">
                  <c:v>7.8303424657534301E-2</c:v>
                </c:pt>
                <c:pt idx="7">
                  <c:v>8.3434426229508196E-2</c:v>
                </c:pt>
                <c:pt idx="8">
                  <c:v>8.9853424657534306E-2</c:v>
                </c:pt>
                <c:pt idx="9">
                  <c:v>0.111778424657534</c:v>
                </c:pt>
              </c:numCache>
            </c:numRef>
          </c:val>
          <c:extLst>
            <c:ext xmlns:c16="http://schemas.microsoft.com/office/drawing/2014/chart" uri="{C3380CC4-5D6E-409C-BE32-E72D297353CC}">
              <c16:uniqueId val="{0000000A-4E6C-4E99-828E-030F49E25980}"/>
            </c:ext>
          </c:extLst>
        </c:ser>
        <c:ser>
          <c:idx val="2"/>
          <c:order val="2"/>
          <c:spPr>
            <a:solidFill>
              <a:schemeClr val="accent5"/>
            </a:solidFill>
            <a:ln>
              <a:noFill/>
            </a:ln>
          </c:spPr>
          <c:invertIfNegative val="0"/>
          <c:dLbls>
            <c:dLbl>
              <c:idx val="0"/>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E6C-4E99-828E-030F49E25980}"/>
                </c:ext>
              </c:extLst>
            </c:dLbl>
            <c:dLbl>
              <c:idx val="1"/>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4E6C-4E99-828E-030F49E25980}"/>
                </c:ext>
              </c:extLst>
            </c:dLbl>
            <c:dLbl>
              <c:idx val="2"/>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4E6C-4E99-828E-030F49E25980}"/>
                </c:ext>
              </c:extLst>
            </c:dLbl>
            <c:dLbl>
              <c:idx val="3"/>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4E6C-4E99-828E-030F49E25980}"/>
                </c:ext>
              </c:extLst>
            </c:dLbl>
            <c:dLbl>
              <c:idx val="4"/>
              <c:layout>
                <c:manualLayout>
                  <c:x val="0"/>
                  <c:y val="-1.2949174490126255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4E6C-4E99-828E-030F49E25980}"/>
                </c:ext>
              </c:extLst>
            </c:dLbl>
            <c:dLbl>
              <c:idx val="5"/>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4E6C-4E99-828E-030F49E25980}"/>
                </c:ext>
              </c:extLst>
            </c:dLbl>
            <c:dLbl>
              <c:idx val="6"/>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4E6C-4E99-828E-030F49E25980}"/>
                </c:ext>
              </c:extLst>
            </c:dLbl>
            <c:dLbl>
              <c:idx val="7"/>
              <c:layout>
                <c:manualLayout>
                  <c:x val="0"/>
                  <c:y val="-1.2949174490126255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4E6C-4E99-828E-030F49E25980}"/>
                </c:ext>
              </c:extLst>
            </c:dLbl>
            <c:dLbl>
              <c:idx val="8"/>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4E6C-4E99-828E-030F49E25980}"/>
                </c:ext>
              </c:extLst>
            </c:dLbl>
            <c:dLbl>
              <c:idx val="9"/>
              <c:layout>
                <c:manualLayout>
                  <c:x val="0"/>
                  <c:y val="-1.2949174490126255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2.70446095890411</c:v>
                </c:pt>
                <c:pt idx="1">
                  <c:v>3.4081828767123299</c:v>
                </c:pt>
                <c:pt idx="2">
                  <c:v>3.6888801369862998</c:v>
                </c:pt>
                <c:pt idx="3">
                  <c:v>4.0249397540983596</c:v>
                </c:pt>
                <c:pt idx="4">
                  <c:v>4.8047623287671204</c:v>
                </c:pt>
                <c:pt idx="5">
                  <c:v>4.8255979452054802</c:v>
                </c:pt>
                <c:pt idx="6">
                  <c:v>5.2560636986301397</c:v>
                </c:pt>
                <c:pt idx="7">
                  <c:v>5.4557336065573798</c:v>
                </c:pt>
                <c:pt idx="8">
                  <c:v>5.5230273972602699</c:v>
                </c:pt>
                <c:pt idx="9">
                  <c:v>5.9172417808219198</c:v>
                </c:pt>
              </c:numCache>
            </c:numRef>
          </c:val>
          <c:extLst>
            <c:ext xmlns:c16="http://schemas.microsoft.com/office/drawing/2014/chart" uri="{C3380CC4-5D6E-409C-BE32-E72D297353CC}">
              <c16:uniqueId val="{00000015-4E6C-4E99-828E-030F49E25980}"/>
            </c:ext>
          </c:extLst>
        </c:ser>
        <c:ser>
          <c:idx val="3"/>
          <c:order val="3"/>
          <c:spPr>
            <a:solidFill>
              <a:schemeClr val="accent4"/>
            </a:solidFill>
            <a:ln>
              <a:noFill/>
            </a:ln>
          </c:spPr>
          <c:invertIfNegative val="0"/>
          <c:dLbls>
            <c:dLbl>
              <c:idx val="0"/>
              <c:layout>
                <c:manualLayout>
                  <c:x val="4.4026160472164622E-2"/>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4E6C-4E99-828E-030F49E25980}"/>
                </c:ext>
              </c:extLst>
            </c:dLbl>
            <c:dLbl>
              <c:idx val="1"/>
              <c:layout>
                <c:manualLayout>
                  <c:x val="4.4026160472164622E-2"/>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4E6C-4E99-828E-030F49E25980}"/>
                </c:ext>
              </c:extLst>
            </c:dLbl>
            <c:dLbl>
              <c:idx val="2"/>
              <c:layout>
                <c:manualLayout>
                  <c:x val="4.3866645397990109E-2"/>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4E6C-4E99-828E-030F49E25980}"/>
                </c:ext>
              </c:extLst>
            </c:dLbl>
            <c:dLbl>
              <c:idx val="3"/>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4E6C-4E99-828E-030F49E25980}"/>
                </c:ext>
              </c:extLst>
            </c:dLbl>
            <c:dLbl>
              <c:idx val="4"/>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4E6C-4E99-828E-030F49E25980}"/>
                </c:ext>
              </c:extLst>
            </c:dLbl>
            <c:dLbl>
              <c:idx val="5"/>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4E6C-4E99-828E-030F49E25980}"/>
                </c:ext>
              </c:extLst>
            </c:dLbl>
            <c:dLbl>
              <c:idx val="6"/>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4E6C-4E99-828E-030F49E25980}"/>
                </c:ext>
              </c:extLst>
            </c:dLbl>
            <c:dLbl>
              <c:idx val="7"/>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4E6C-4E99-828E-030F49E25980}"/>
                </c:ext>
              </c:extLst>
            </c:dLbl>
            <c:dLbl>
              <c:idx val="8"/>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4E6C-4E99-828E-030F49E25980}"/>
                </c:ext>
              </c:extLst>
            </c:dLbl>
            <c:dLbl>
              <c:idx val="9"/>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Sheet1!$A$4:$J$4</c:f>
              <c:numCache>
                <c:formatCode>General</c:formatCode>
                <c:ptCount val="10"/>
                <c:pt idx="0">
                  <c:v>0.15337465753424695</c:v>
                </c:pt>
                <c:pt idx="1">
                  <c:v>0.14895205479452089</c:v>
                </c:pt>
                <c:pt idx="2">
                  <c:v>0.28551780821917783</c:v>
                </c:pt>
                <c:pt idx="3">
                  <c:v>0.45158948087431661</c:v>
                </c:pt>
                <c:pt idx="4">
                  <c:v>0.53981095890411002</c:v>
                </c:pt>
                <c:pt idx="5">
                  <c:v>0.45222054794520528</c:v>
                </c:pt>
                <c:pt idx="6">
                  <c:v>0.5395027397260268</c:v>
                </c:pt>
                <c:pt idx="7">
                  <c:v>0.60598838797814203</c:v>
                </c:pt>
                <c:pt idx="8">
                  <c:v>0.68714520547945224</c:v>
                </c:pt>
                <c:pt idx="9">
                  <c:v>0.72684931506849271</c:v>
                </c:pt>
              </c:numCache>
            </c:numRef>
          </c:val>
          <c:extLst>
            <c:ext xmlns:c16="http://schemas.microsoft.com/office/drawing/2014/chart" uri="{C3380CC4-5D6E-409C-BE32-E72D297353CC}">
              <c16:uniqueId val="{00000020-4E6C-4E99-828E-030F49E25980}"/>
            </c:ext>
          </c:extLst>
        </c:ser>
        <c:ser>
          <c:idx val="4"/>
          <c:order val="4"/>
          <c:spPr>
            <a:solidFill>
              <a:schemeClr val="accent3"/>
            </a:solidFill>
            <a:ln>
              <a:noFill/>
            </a:ln>
          </c:spPr>
          <c:invertIfNegative val="0"/>
          <c:dLbls>
            <c:dLbl>
              <c:idx val="0"/>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4E6C-4E99-828E-030F49E25980}"/>
                </c:ext>
              </c:extLst>
            </c:dLbl>
            <c:dLbl>
              <c:idx val="1"/>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4E6C-4E99-828E-030F49E25980}"/>
                </c:ext>
              </c:extLst>
            </c:dLbl>
            <c:dLbl>
              <c:idx val="2"/>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4E6C-4E99-828E-030F49E25980}"/>
                </c:ext>
              </c:extLst>
            </c:dLbl>
            <c:dLbl>
              <c:idx val="3"/>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4E6C-4E99-828E-030F49E25980}"/>
                </c:ext>
              </c:extLst>
            </c:dLbl>
            <c:dLbl>
              <c:idx val="5"/>
              <c:layout>
                <c:manualLayout>
                  <c:x val="4.4026160472164622E-2"/>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4E6C-4E99-828E-030F49E25980}"/>
                </c:ext>
              </c:extLst>
            </c:dLbl>
            <c:dLbl>
              <c:idx val="6"/>
              <c:layout>
                <c:manualLayout>
                  <c:x val="4.4026160472164622E-2"/>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4E6C-4E99-828E-030F49E25980}"/>
                </c:ext>
              </c:extLst>
            </c:dLbl>
            <c:dLbl>
              <c:idx val="8"/>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Sheet1!$A$5:$J$5</c:f>
              <c:numCache>
                <c:formatCode>General</c:formatCode>
                <c:ptCount val="10"/>
                <c:pt idx="0">
                  <c:v>0.51372671232876677</c:v>
                </c:pt>
                <c:pt idx="1">
                  <c:v>0.45916780821917813</c:v>
                </c:pt>
                <c:pt idx="2">
                  <c:v>0.45192260273972629</c:v>
                </c:pt>
                <c:pt idx="3">
                  <c:v>0.41178551912568295</c:v>
                </c:pt>
                <c:pt idx="4">
                  <c:v>0.40107191780821871</c:v>
                </c:pt>
                <c:pt idx="5">
                  <c:v>0.37608013698630138</c:v>
                </c:pt>
                <c:pt idx="6">
                  <c:v>0.38921780821917817</c:v>
                </c:pt>
                <c:pt idx="7">
                  <c:v>0.39482650273224085</c:v>
                </c:pt>
                <c:pt idx="8">
                  <c:v>0.43103356164383566</c:v>
                </c:pt>
                <c:pt idx="9">
                  <c:v>0.3571130136986298</c:v>
                </c:pt>
              </c:numCache>
            </c:numRef>
          </c:val>
          <c:extLst>
            <c:ext xmlns:c16="http://schemas.microsoft.com/office/drawing/2014/chart" uri="{C3380CC4-5D6E-409C-BE32-E72D297353CC}">
              <c16:uniqueId val="{00000028-4E6C-4E99-828E-030F49E25980}"/>
            </c:ext>
          </c:extLst>
        </c:ser>
        <c:ser>
          <c:idx val="5"/>
          <c:order val="5"/>
          <c:spPr>
            <a:solidFill>
              <a:schemeClr val="accent2"/>
            </a:solidFill>
            <a:ln>
              <a:noFill/>
            </a:ln>
          </c:spPr>
          <c:invertIfNegative val="0"/>
          <c:dLbls>
            <c:dLbl>
              <c:idx val="0"/>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4E6C-4E99-828E-030F49E25980}"/>
                </c:ext>
              </c:extLst>
            </c:dLbl>
            <c:dLbl>
              <c:idx val="1"/>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4E6C-4E99-828E-030F49E25980}"/>
                </c:ext>
              </c:extLst>
            </c:dLbl>
            <c:dLbl>
              <c:idx val="2"/>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4E6C-4E99-828E-030F49E25980}"/>
                </c:ext>
              </c:extLst>
            </c:dLbl>
            <c:dLbl>
              <c:idx val="3"/>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4E6C-4E99-828E-030F49E25980}"/>
                </c:ext>
              </c:extLst>
            </c:dLbl>
            <c:dLbl>
              <c:idx val="4"/>
              <c:layout>
                <c:manualLayout>
                  <c:x val="0"/>
                  <c:y val="-1.2949174490126255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4E6C-4E99-828E-030F49E25980}"/>
                </c:ext>
              </c:extLst>
            </c:dLbl>
            <c:dLbl>
              <c:idx val="5"/>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4E6C-4E99-828E-030F49E25980}"/>
                </c:ext>
              </c:extLst>
            </c:dLbl>
            <c:dLbl>
              <c:idx val="6"/>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F-4E6C-4E99-828E-030F49E25980}"/>
                </c:ext>
              </c:extLst>
            </c:dLbl>
            <c:dLbl>
              <c:idx val="7"/>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0-4E6C-4E99-828E-030F49E25980}"/>
                </c:ext>
              </c:extLst>
            </c:dLbl>
            <c:dLbl>
              <c:idx val="8"/>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1-4E6C-4E99-828E-030F49E25980}"/>
                </c:ext>
              </c:extLst>
            </c:dLbl>
            <c:dLbl>
              <c:idx val="9"/>
              <c:layout>
                <c:manualLayout>
                  <c:x val="0"/>
                  <c:y val="-9.7118808675946907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Sheet1!$A$6:$J$6</c:f>
              <c:numCache>
                <c:formatCode>General</c:formatCode>
                <c:ptCount val="10"/>
                <c:pt idx="0">
                  <c:v>7.9030404109589005</c:v>
                </c:pt>
                <c:pt idx="1">
                  <c:v>7.45711438356164</c:v>
                </c:pt>
                <c:pt idx="2">
                  <c:v>5.2696616438356196</c:v>
                </c:pt>
                <c:pt idx="3">
                  <c:v>4.9905047814207704</c:v>
                </c:pt>
                <c:pt idx="4">
                  <c:v>4.9501849315068496</c:v>
                </c:pt>
                <c:pt idx="5">
                  <c:v>4.2432226027397304</c:v>
                </c:pt>
                <c:pt idx="6">
                  <c:v>5.1007883561643803</c:v>
                </c:pt>
                <c:pt idx="7">
                  <c:v>3.6806256830601107</c:v>
                </c:pt>
                <c:pt idx="8">
                  <c:v>3.6257486301369903</c:v>
                </c:pt>
                <c:pt idx="9">
                  <c:v>3.3254828767123303</c:v>
                </c:pt>
              </c:numCache>
            </c:numRef>
          </c:val>
          <c:extLst>
            <c:ext xmlns:c16="http://schemas.microsoft.com/office/drawing/2014/chart" uri="{C3380CC4-5D6E-409C-BE32-E72D297353CC}">
              <c16:uniqueId val="{00000033-4E6C-4E99-828E-030F49E25980}"/>
            </c:ext>
          </c:extLst>
        </c:ser>
        <c:ser>
          <c:idx val="6"/>
          <c:order val="6"/>
          <c:spPr>
            <a:solidFill>
              <a:schemeClr val="accent1"/>
            </a:solidFill>
            <a:ln>
              <a:noFill/>
            </a:ln>
          </c:spPr>
          <c:invertIfNegative val="0"/>
          <c:dLbls>
            <c:dLbl>
              <c:idx val="0"/>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4-4E6C-4E99-828E-030F49E25980}"/>
                </c:ext>
              </c:extLst>
            </c:dLbl>
            <c:dLbl>
              <c:idx val="1"/>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5-4E6C-4E99-828E-030F49E25980}"/>
                </c:ext>
              </c:extLst>
            </c:dLbl>
            <c:dLbl>
              <c:idx val="2"/>
              <c:layout>
                <c:manualLayout>
                  <c:x val="0"/>
                  <c:y val="-1.2949174490126255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6-4E6C-4E99-828E-030F49E25980}"/>
                </c:ext>
              </c:extLst>
            </c:dLbl>
            <c:dLbl>
              <c:idx val="3"/>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7-4E6C-4E99-828E-030F49E25980}"/>
                </c:ext>
              </c:extLst>
            </c:dLbl>
            <c:dLbl>
              <c:idx val="4"/>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8-4E6C-4E99-828E-030F49E25980}"/>
                </c:ext>
              </c:extLst>
            </c:dLbl>
            <c:dLbl>
              <c:idx val="5"/>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9-4E6C-4E99-828E-030F49E25980}"/>
                </c:ext>
              </c:extLst>
            </c:dLbl>
            <c:dLbl>
              <c:idx val="6"/>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A-4E6C-4E99-828E-030F49E25980}"/>
                </c:ext>
              </c:extLst>
            </c:dLbl>
            <c:dLbl>
              <c:idx val="7"/>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B-4E6C-4E99-828E-030F49E25980}"/>
                </c:ext>
              </c:extLst>
            </c:dLbl>
            <c:dLbl>
              <c:idx val="8"/>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C-4E6C-4E99-828E-030F49E25980}"/>
                </c:ext>
              </c:extLst>
            </c:dLbl>
            <c:dLbl>
              <c:idx val="9"/>
              <c:layout>
                <c:manualLayout>
                  <c:x val="0"/>
                  <c:y val="-9.7118808675946907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D-4E6C-4E99-828E-030F49E2598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Sheet1!$A$7:$J$7</c:f>
              <c:numCache>
                <c:formatCode>General</c:formatCode>
                <c:ptCount val="10"/>
                <c:pt idx="0">
                  <c:v>1.4210479452054798</c:v>
                </c:pt>
                <c:pt idx="1">
                  <c:v>1.6354109589041101</c:v>
                </c:pt>
                <c:pt idx="2">
                  <c:v>3.0557890410958901</c:v>
                </c:pt>
                <c:pt idx="3">
                  <c:v>3.271127049180329</c:v>
                </c:pt>
                <c:pt idx="4">
                  <c:v>2.4812390410958898</c:v>
                </c:pt>
                <c:pt idx="5">
                  <c:v>3.635693150684931</c:v>
                </c:pt>
                <c:pt idx="6">
                  <c:v>2.2937767123287696</c:v>
                </c:pt>
                <c:pt idx="7">
                  <c:v>3.6080758196721305</c:v>
                </c:pt>
                <c:pt idx="8">
                  <c:v>3.5170239726027397</c:v>
                </c:pt>
                <c:pt idx="9">
                  <c:v>3.2703239726027409</c:v>
                </c:pt>
              </c:numCache>
            </c:numRef>
          </c:val>
          <c:extLst>
            <c:ext xmlns:c16="http://schemas.microsoft.com/office/drawing/2014/chart" uri="{C3380CC4-5D6E-409C-BE32-E72D297353CC}">
              <c16:uniqueId val="{0000003E-4E6C-4E99-828E-030F49E25980}"/>
            </c:ext>
          </c:extLst>
        </c:ser>
        <c:dLbls>
          <c:showLegendKey val="0"/>
          <c:showVal val="0"/>
          <c:showCatName val="0"/>
          <c:showSerName val="0"/>
          <c:showPercent val="0"/>
          <c:showBubbleSize val="0"/>
        </c:dLbls>
        <c:gapWidth val="80"/>
        <c:overlap val="100"/>
        <c:axId val="1994992688"/>
        <c:axId val="1"/>
      </c:barChart>
      <c:catAx>
        <c:axId val="19949926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4"/>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200" kern="1200">
                <a:solidFill>
                  <a:schemeClr val="tx1"/>
                </a:solidFill>
                <a:latin typeface="+mn-lt"/>
                <a:ea typeface="+mn-ea"/>
                <a:cs typeface="+mn-cs"/>
              </a:defRPr>
            </a:pPr>
            <a:endParaRPr lang="ja-JP"/>
          </a:p>
        </c:txPr>
        <c:crossAx val="1994992688"/>
        <c:crosses val="min"/>
        <c:crossBetween val="between"/>
        <c:majorUnit val="1"/>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2724060391904913E-2"/>
          <c:y val="5.4545454545454543E-2"/>
          <c:w val="0.94892386765178283"/>
          <c:h val="0.89090909090909087"/>
        </c:manualLayout>
      </c:layout>
      <c:barChart>
        <c:barDir val="col"/>
        <c:grouping val="stacked"/>
        <c:varyColors val="0"/>
        <c:ser>
          <c:idx val="0"/>
          <c:order val="0"/>
          <c:spPr>
            <a:solidFill>
              <a:schemeClr val="accent4"/>
            </a:solidFill>
            <a:ln>
              <a:noFill/>
            </a:ln>
          </c:spPr>
          <c:invertIfNegative val="0"/>
          <c:dPt>
            <c:idx val="0"/>
            <c:invertIfNegative val="0"/>
            <c:bubble3D val="0"/>
            <c:spPr>
              <a:solidFill>
                <a:schemeClr val="accent3"/>
              </a:solidFill>
              <a:ln>
                <a:noFill/>
              </a:ln>
            </c:spPr>
            <c:extLst>
              <c:ext xmlns:c16="http://schemas.microsoft.com/office/drawing/2014/chart" uri="{C3380CC4-5D6E-409C-BE32-E72D297353CC}">
                <c16:uniqueId val="{00000000-1EDE-48CC-B3C8-D752D8E293CC}"/>
              </c:ext>
            </c:extLst>
          </c:dPt>
          <c:dPt>
            <c:idx val="1"/>
            <c:invertIfNegative val="0"/>
            <c:bubble3D val="0"/>
            <c:spPr>
              <a:solidFill>
                <a:schemeClr val="accent3"/>
              </a:solidFill>
              <a:ln>
                <a:noFill/>
              </a:ln>
            </c:spPr>
            <c:extLst>
              <c:ext xmlns:c16="http://schemas.microsoft.com/office/drawing/2014/chart" uri="{C3380CC4-5D6E-409C-BE32-E72D297353CC}">
                <c16:uniqueId val="{00000001-1EDE-48CC-B3C8-D752D8E293CC}"/>
              </c:ext>
            </c:extLst>
          </c:dPt>
          <c:dLbls>
            <c:dLbl>
              <c:idx val="0"/>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EDE-48CC-B3C8-D752D8E293CC}"/>
                </c:ext>
              </c:extLst>
            </c:dLbl>
            <c:dLbl>
              <c:idx val="1"/>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EDE-48CC-B3C8-D752D8E293CC}"/>
                </c:ext>
              </c:extLst>
            </c:dLbl>
            <c:dLbl>
              <c:idx val="7"/>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EDE-48CC-B3C8-D752D8E293CC}"/>
                </c:ext>
              </c:extLst>
            </c:dLbl>
            <c:dLbl>
              <c:idx val="9"/>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EDE-48CC-B3C8-D752D8E293C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1.73270136986301</c:v>
                </c:pt>
                <c:pt idx="1">
                  <c:v>1.84001780821918</c:v>
                </c:pt>
                <c:pt idx="2">
                  <c:v>3.1495205479452101E-2</c:v>
                </c:pt>
                <c:pt idx="3">
                  <c:v>0.19625737704918</c:v>
                </c:pt>
                <c:pt idx="4">
                  <c:v>0.16821027397260299</c:v>
                </c:pt>
                <c:pt idx="5">
                  <c:v>0.24786986301369901</c:v>
                </c:pt>
                <c:pt idx="6">
                  <c:v>0.23718493150684899</c:v>
                </c:pt>
                <c:pt idx="7">
                  <c:v>0.63080122950819695</c:v>
                </c:pt>
                <c:pt idx="8">
                  <c:v>0.38329589041095902</c:v>
                </c:pt>
                <c:pt idx="9">
                  <c:v>0.50328938356164399</c:v>
                </c:pt>
              </c:numCache>
            </c:numRef>
          </c:val>
          <c:extLst>
            <c:ext xmlns:c16="http://schemas.microsoft.com/office/drawing/2014/chart" uri="{C3380CC4-5D6E-409C-BE32-E72D297353CC}">
              <c16:uniqueId val="{00000004-1EDE-48CC-B3C8-D752D8E293CC}"/>
            </c:ext>
          </c:extLst>
        </c:ser>
        <c:ser>
          <c:idx val="1"/>
          <c:order val="1"/>
          <c:spPr>
            <a:solidFill>
              <a:schemeClr val="accent3"/>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5-1EDE-48CC-B3C8-D752D8E293CC}"/>
              </c:ext>
            </c:extLst>
          </c:dPt>
          <c:dPt>
            <c:idx val="1"/>
            <c:invertIfNegative val="0"/>
            <c:bubble3D val="0"/>
            <c:spPr>
              <a:solidFill>
                <a:schemeClr val="accent2"/>
              </a:solidFill>
              <a:ln>
                <a:noFill/>
              </a:ln>
            </c:spPr>
            <c:extLst>
              <c:ext xmlns:c16="http://schemas.microsoft.com/office/drawing/2014/chart" uri="{C3380CC4-5D6E-409C-BE32-E72D297353CC}">
                <c16:uniqueId val="{00000006-1EDE-48CC-B3C8-D752D8E293CC}"/>
              </c:ext>
            </c:extLst>
          </c:dPt>
          <c:dLbls>
            <c:dLbl>
              <c:idx val="0"/>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EDE-48CC-B3C8-D752D8E293CC}"/>
                </c:ext>
              </c:extLst>
            </c:dLbl>
            <c:dLbl>
              <c:idx val="1"/>
              <c:layout>
                <c:manualLayout>
                  <c:x val="0"/>
                  <c:y val="-1.2987012987012987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EDE-48CC-B3C8-D752D8E293CC}"/>
                </c:ext>
              </c:extLst>
            </c:dLbl>
            <c:dLbl>
              <c:idx val="2"/>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EDE-48CC-B3C8-D752D8E293CC}"/>
                </c:ext>
              </c:extLst>
            </c:dLbl>
            <c:dLbl>
              <c:idx val="3"/>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1EDE-48CC-B3C8-D752D8E293CC}"/>
                </c:ext>
              </c:extLst>
            </c:dLbl>
            <c:dLbl>
              <c:idx val="4"/>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1EDE-48CC-B3C8-D752D8E293CC}"/>
                </c:ext>
              </c:extLst>
            </c:dLbl>
            <c:dLbl>
              <c:idx val="5"/>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1EDE-48CC-B3C8-D752D8E293CC}"/>
                </c:ext>
              </c:extLst>
            </c:dLbl>
            <c:dLbl>
              <c:idx val="6"/>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1EDE-48CC-B3C8-D752D8E293CC}"/>
                </c:ext>
              </c:extLst>
            </c:dLbl>
            <c:dLbl>
              <c:idx val="7"/>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1EDE-48CC-B3C8-D752D8E293CC}"/>
                </c:ext>
              </c:extLst>
            </c:dLbl>
            <c:dLbl>
              <c:idx val="8"/>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1EDE-48CC-B3C8-D752D8E293CC}"/>
                </c:ext>
              </c:extLst>
            </c:dLbl>
            <c:dLbl>
              <c:idx val="9"/>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1EDE-48CC-B3C8-D752D8E293C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0.45872054794520523</c:v>
                </c:pt>
                <c:pt idx="1">
                  <c:v>0.65160136986301387</c:v>
                </c:pt>
                <c:pt idx="2">
                  <c:v>1.8765986301369899</c:v>
                </c:pt>
                <c:pt idx="3">
                  <c:v>2.0533688524590201</c:v>
                </c:pt>
                <c:pt idx="4">
                  <c:v>2.0576280821917798</c:v>
                </c:pt>
                <c:pt idx="5">
                  <c:v>2.1617602739725998</c:v>
                </c:pt>
                <c:pt idx="6">
                  <c:v>2.21597945205479</c:v>
                </c:pt>
                <c:pt idx="7">
                  <c:v>2.0070273224043702</c:v>
                </c:pt>
                <c:pt idx="8">
                  <c:v>1.9271541095890399</c:v>
                </c:pt>
                <c:pt idx="9">
                  <c:v>1.65618150684932</c:v>
                </c:pt>
              </c:numCache>
            </c:numRef>
          </c:val>
          <c:extLst>
            <c:ext xmlns:c16="http://schemas.microsoft.com/office/drawing/2014/chart" uri="{C3380CC4-5D6E-409C-BE32-E72D297353CC}">
              <c16:uniqueId val="{0000000F-1EDE-48CC-B3C8-D752D8E293CC}"/>
            </c:ext>
          </c:extLst>
        </c:ser>
        <c:ser>
          <c:idx val="2"/>
          <c:order val="2"/>
          <c:spPr>
            <a:solidFill>
              <a:schemeClr val="accent2"/>
            </a:solid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10-1EDE-48CC-B3C8-D752D8E293CC}"/>
              </c:ext>
            </c:extLst>
          </c:dPt>
          <c:dPt>
            <c:idx val="1"/>
            <c:invertIfNegative val="0"/>
            <c:bubble3D val="0"/>
            <c:spPr>
              <a:solidFill>
                <a:schemeClr val="accent1"/>
              </a:solidFill>
              <a:ln>
                <a:noFill/>
              </a:ln>
            </c:spPr>
            <c:extLst>
              <c:ext xmlns:c16="http://schemas.microsoft.com/office/drawing/2014/chart" uri="{C3380CC4-5D6E-409C-BE32-E72D297353CC}">
                <c16:uniqueId val="{00000011-1EDE-48CC-B3C8-D752D8E293CC}"/>
              </c:ext>
            </c:extLst>
          </c:dPt>
          <c:dLbls>
            <c:dLbl>
              <c:idx val="0"/>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1EDE-48CC-B3C8-D752D8E293CC}"/>
                </c:ext>
              </c:extLst>
            </c:dLbl>
            <c:dLbl>
              <c:idx val="1"/>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1EDE-48CC-B3C8-D752D8E293CC}"/>
                </c:ext>
              </c:extLst>
            </c:dLbl>
            <c:dLbl>
              <c:idx val="2"/>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1EDE-48CC-B3C8-D752D8E293CC}"/>
                </c:ext>
              </c:extLst>
            </c:dLbl>
            <c:dLbl>
              <c:idx val="3"/>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1EDE-48CC-B3C8-D752D8E293CC}"/>
                </c:ext>
              </c:extLst>
            </c:dLbl>
            <c:dLbl>
              <c:idx val="4"/>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1EDE-48CC-B3C8-D752D8E293CC}"/>
                </c:ext>
              </c:extLst>
            </c:dLbl>
            <c:dLbl>
              <c:idx val="5"/>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1EDE-48CC-B3C8-D752D8E293CC}"/>
                </c:ext>
              </c:extLst>
            </c:dLbl>
            <c:dLbl>
              <c:idx val="6"/>
              <c:layout>
                <c:manualLayout>
                  <c:x val="0"/>
                  <c:y val="-1.2987012987012987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1EDE-48CC-B3C8-D752D8E293CC}"/>
                </c:ext>
              </c:extLst>
            </c:dLbl>
            <c:dLbl>
              <c:idx val="7"/>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1EDE-48CC-B3C8-D752D8E293CC}"/>
                </c:ext>
              </c:extLst>
            </c:dLbl>
            <c:dLbl>
              <c:idx val="8"/>
              <c:layout>
                <c:manualLayout>
                  <c:x val="0"/>
                  <c:y val="-1.2987012987012987E-3"/>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1EDE-48CC-B3C8-D752D8E293CC}"/>
                </c:ext>
              </c:extLst>
            </c:dLbl>
            <c:dLbl>
              <c:idx val="9"/>
              <c:layout>
                <c:manualLayout>
                  <c:x val="0"/>
                  <c:y val="-9.7402597402597403E-4"/>
                </c:manualLayout>
              </c:layout>
              <c:numFmt formatCode="#,##0.00;&quot;-&quot;#,##0.00" sourceLinked="0"/>
              <c:spPr>
                <a:noFill/>
                <a:ln>
                  <a:noFill/>
                </a:ln>
              </c:spPr>
              <c:txPr>
                <a:bodyPr wrap="none"/>
                <a:lstStyle/>
                <a:p>
                  <a:pPr>
                    <a:defRPr kumimoji="1" sz="1200" kern="1200">
                      <a:solidFill>
                        <a:schemeClr val="bg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1EDE-48CC-B3C8-D752D8E293C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10.585488356164401</c:v>
                </c:pt>
                <c:pt idx="1">
                  <c:v>10.6945767123288</c:v>
                </c:pt>
                <c:pt idx="2">
                  <c:v>0.70869452054794491</c:v>
                </c:pt>
                <c:pt idx="3">
                  <c:v>0.76720218579235011</c:v>
                </c:pt>
                <c:pt idx="4">
                  <c:v>0.84663630136986301</c:v>
                </c:pt>
                <c:pt idx="5">
                  <c:v>0.85571301369862995</c:v>
                </c:pt>
                <c:pt idx="6">
                  <c:v>0.87918904109589002</c:v>
                </c:pt>
                <c:pt idx="7">
                  <c:v>0.82018169398907093</c:v>
                </c:pt>
                <c:pt idx="8">
                  <c:v>0.91292054794520583</c:v>
                </c:pt>
                <c:pt idx="9">
                  <c:v>1.1263972602739698</c:v>
                </c:pt>
              </c:numCache>
            </c:numRef>
          </c:val>
          <c:extLst>
            <c:ext xmlns:c16="http://schemas.microsoft.com/office/drawing/2014/chart" uri="{C3380CC4-5D6E-409C-BE32-E72D297353CC}">
              <c16:uniqueId val="{0000001A-1EDE-48CC-B3C8-D752D8E293CC}"/>
            </c:ext>
          </c:extLst>
        </c:ser>
        <c:ser>
          <c:idx val="3"/>
          <c:order val="3"/>
          <c:spPr>
            <a:solidFill>
              <a:schemeClr val="accent1"/>
            </a:solidFill>
            <a:ln>
              <a:noFill/>
            </a:ln>
          </c:spPr>
          <c:invertIfNegative val="0"/>
          <c:dPt>
            <c:idx val="0"/>
            <c:invertIfNegative val="0"/>
            <c:bubble3D val="0"/>
            <c:spPr>
              <a:solidFill>
                <a:schemeClr val="accent4"/>
              </a:solidFill>
              <a:ln>
                <a:noFill/>
              </a:ln>
            </c:spPr>
            <c:extLst>
              <c:ext xmlns:c16="http://schemas.microsoft.com/office/drawing/2014/chart" uri="{C3380CC4-5D6E-409C-BE32-E72D297353CC}">
                <c16:uniqueId val="{0000001B-1EDE-48CC-B3C8-D752D8E293CC}"/>
              </c:ext>
            </c:extLst>
          </c:dPt>
          <c:dPt>
            <c:idx val="1"/>
            <c:invertIfNegative val="0"/>
            <c:bubble3D val="0"/>
            <c:spPr>
              <a:solidFill>
                <a:schemeClr val="accent4"/>
              </a:solidFill>
              <a:ln>
                <a:noFill/>
              </a:ln>
            </c:spPr>
            <c:extLst>
              <c:ext xmlns:c16="http://schemas.microsoft.com/office/drawing/2014/chart" uri="{C3380CC4-5D6E-409C-BE32-E72D297353CC}">
                <c16:uniqueId val="{0000001C-1EDE-48CC-B3C8-D752D8E293CC}"/>
              </c:ext>
            </c:extLst>
          </c:dPt>
          <c:dLbls>
            <c:dLbl>
              <c:idx val="2"/>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1EDE-48CC-B3C8-D752D8E293CC}"/>
                </c:ext>
              </c:extLst>
            </c:dLbl>
            <c:dLbl>
              <c:idx val="3"/>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1EDE-48CC-B3C8-D752D8E293CC}"/>
                </c:ext>
              </c:extLst>
            </c:dLbl>
            <c:dLbl>
              <c:idx val="4"/>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1EDE-48CC-B3C8-D752D8E293CC}"/>
                </c:ext>
              </c:extLst>
            </c:dLbl>
            <c:dLbl>
              <c:idx val="5"/>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1EDE-48CC-B3C8-D752D8E293CC}"/>
                </c:ext>
              </c:extLst>
            </c:dLbl>
            <c:dLbl>
              <c:idx val="6"/>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1EDE-48CC-B3C8-D752D8E293CC}"/>
                </c:ext>
              </c:extLst>
            </c:dLbl>
            <c:dLbl>
              <c:idx val="7"/>
              <c:layout>
                <c:manualLayout>
                  <c:x val="0"/>
                  <c:y val="-1.2987012987012987E-3"/>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1EDE-48CC-B3C8-D752D8E293CC}"/>
                </c:ext>
              </c:extLst>
            </c:dLbl>
            <c:dLbl>
              <c:idx val="8"/>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1EDE-48CC-B3C8-D752D8E293CC}"/>
                </c:ext>
              </c:extLst>
            </c:dLbl>
            <c:dLbl>
              <c:idx val="9"/>
              <c:layout>
                <c:manualLayout>
                  <c:x val="0"/>
                  <c:y val="-9.7402597402597403E-4"/>
                </c:manualLayout>
              </c:layout>
              <c:numFmt formatCode="#,##0.00;&quot;-&quot;#,##0.00" sourceLinked="0"/>
              <c:spPr>
                <a:noFill/>
                <a:ln>
                  <a:noFill/>
                </a:ln>
              </c:spPr>
              <c:txPr>
                <a:bodyPr wrap="none"/>
                <a:lstStyle/>
                <a:p>
                  <a:pPr>
                    <a:defRPr kumimoji="1" sz="12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1EDE-48CC-B3C8-D752D8E293C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Sheet1!$A$4:$J$4</c:f>
              <c:numCache>
                <c:formatCode>General</c:formatCode>
                <c:ptCount val="10"/>
                <c:pt idx="0">
                  <c:v>0</c:v>
                </c:pt>
                <c:pt idx="1">
                  <c:v>0</c:v>
                </c:pt>
                <c:pt idx="2">
                  <c:v>9.95710136986302</c:v>
                </c:pt>
                <c:pt idx="3">
                  <c:v>10.2390368852459</c:v>
                </c:pt>
                <c:pt idx="4">
                  <c:v>10.2206294520548</c:v>
                </c:pt>
                <c:pt idx="5">
                  <c:v>10.3746589041096</c:v>
                </c:pt>
                <c:pt idx="6">
                  <c:v>10.332976712328801</c:v>
                </c:pt>
                <c:pt idx="7">
                  <c:v>10.4057103825137</c:v>
                </c:pt>
                <c:pt idx="8">
                  <c:v>10.865652739726</c:v>
                </c:pt>
                <c:pt idx="9">
                  <c:v>10.6491664383562</c:v>
                </c:pt>
              </c:numCache>
            </c:numRef>
          </c:val>
          <c:extLst>
            <c:ext xmlns:c16="http://schemas.microsoft.com/office/drawing/2014/chart" uri="{C3380CC4-5D6E-409C-BE32-E72D297353CC}">
              <c16:uniqueId val="{00000025-1EDE-48CC-B3C8-D752D8E293CC}"/>
            </c:ext>
          </c:extLst>
        </c:ser>
        <c:dLbls>
          <c:showLegendKey val="0"/>
          <c:showVal val="0"/>
          <c:showCatName val="0"/>
          <c:showSerName val="0"/>
          <c:showPercent val="0"/>
          <c:showBubbleSize val="0"/>
        </c:dLbls>
        <c:gapWidth val="80"/>
        <c:overlap val="100"/>
        <c:axId val="1995045488"/>
        <c:axId val="1"/>
      </c:barChart>
      <c:catAx>
        <c:axId val="19950454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200" kern="1200">
                <a:solidFill>
                  <a:schemeClr val="tx1"/>
                </a:solidFill>
                <a:latin typeface="+mn-lt"/>
                <a:ea typeface="+mn-ea"/>
                <a:cs typeface="+mn-cs"/>
              </a:defRPr>
            </a:pPr>
            <a:endParaRPr lang="ja-JP"/>
          </a:p>
        </c:txPr>
        <c:crossAx val="1995045488"/>
        <c:crosses val="min"/>
        <c:crossBetween val="between"/>
        <c:majorUnit val="1"/>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676725268958278"/>
          <c:y val="4.5790771398379712E-2"/>
          <c:w val="0.83495145631067957"/>
          <c:h val="0.8414934836209933"/>
        </c:manualLayout>
      </c:layout>
      <c:scatterChart>
        <c:scatterStyle val="lineMarker"/>
        <c:varyColors val="0"/>
        <c:ser>
          <c:idx val="0"/>
          <c:order val="0"/>
          <c:spPr>
            <a:ln w="19050" cmpd="sng" algn="ctr">
              <a:solidFill>
                <a:schemeClr val="accent1"/>
              </a:solidFill>
              <a:prstDash val="solid"/>
            </a:ln>
          </c:spPr>
          <c:marker>
            <c:symbol val="none"/>
          </c:marker>
          <c:xVal>
            <c:numRef>
              <c:f>Sheet1!$A$1:$X$1</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Sheet1!$A$2:$X$2</c:f>
              <c:numCache>
                <c:formatCode>General</c:formatCode>
                <c:ptCount val="24"/>
                <c:pt idx="0">
                  <c:v>145.56164383561699</c:v>
                </c:pt>
                <c:pt idx="1">
                  <c:v>214.520547945206</c:v>
                </c:pt>
                <c:pt idx="2">
                  <c:v>185.28493150684901</c:v>
                </c:pt>
                <c:pt idx="3">
                  <c:v>119.194520547945</c:v>
                </c:pt>
                <c:pt idx="4">
                  <c:v>69.958904109589</c:v>
                </c:pt>
                <c:pt idx="5">
                  <c:v>62.383561643835598</c:v>
                </c:pt>
                <c:pt idx="6">
                  <c:v>71.501369863013693</c:v>
                </c:pt>
                <c:pt idx="7">
                  <c:v>76.780821917808197</c:v>
                </c:pt>
                <c:pt idx="8">
                  <c:v>99.216438356164403</c:v>
                </c:pt>
                <c:pt idx="9">
                  <c:v>146.50958904109601</c:v>
                </c:pt>
                <c:pt idx="10">
                  <c:v>294.45479452054798</c:v>
                </c:pt>
                <c:pt idx="11">
                  <c:v>461.69863013698603</c:v>
                </c:pt>
                <c:pt idx="12">
                  <c:v>592.39726027397296</c:v>
                </c:pt>
                <c:pt idx="13">
                  <c:v>486.33150684931502</c:v>
                </c:pt>
                <c:pt idx="14">
                  <c:v>335.36986301369899</c:v>
                </c:pt>
                <c:pt idx="15">
                  <c:v>149.835616438356</c:v>
                </c:pt>
                <c:pt idx="16">
                  <c:v>24.438356164383599</c:v>
                </c:pt>
                <c:pt idx="17">
                  <c:v>1.58904109589041</c:v>
                </c:pt>
                <c:pt idx="18">
                  <c:v>0</c:v>
                </c:pt>
                <c:pt idx="19">
                  <c:v>0</c:v>
                </c:pt>
                <c:pt idx="20">
                  <c:v>0.156164383561644</c:v>
                </c:pt>
                <c:pt idx="21">
                  <c:v>2.3123287671232902</c:v>
                </c:pt>
                <c:pt idx="22">
                  <c:v>5.8821917808219197</c:v>
                </c:pt>
                <c:pt idx="23">
                  <c:v>34.734246575342503</c:v>
                </c:pt>
              </c:numCache>
            </c:numRef>
          </c:yVal>
          <c:smooth val="0"/>
          <c:extLst>
            <c:ext xmlns:c16="http://schemas.microsoft.com/office/drawing/2014/chart" uri="{C3380CC4-5D6E-409C-BE32-E72D297353CC}">
              <c16:uniqueId val="{00000000-1C2A-484A-8AE6-C56217E70885}"/>
            </c:ext>
          </c:extLst>
        </c:ser>
        <c:ser>
          <c:idx val="1"/>
          <c:order val="1"/>
          <c:spPr>
            <a:ln w="19050" cmpd="sng" algn="ctr">
              <a:solidFill>
                <a:schemeClr val="accent2"/>
              </a:solidFill>
              <a:prstDash val="solid"/>
            </a:ln>
          </c:spPr>
          <c:marker>
            <c:symbol val="none"/>
          </c:marker>
          <c:xVal>
            <c:numRef>
              <c:f>Sheet1!$A$1:$X$1</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Sheet1!$A$3:$X$3</c:f>
              <c:numCache>
                <c:formatCode>General</c:formatCode>
                <c:ptCount val="24"/>
                <c:pt idx="0">
                  <c:v>248.35792349726799</c:v>
                </c:pt>
                <c:pt idx="1">
                  <c:v>331.27322404371603</c:v>
                </c:pt>
                <c:pt idx="2">
                  <c:v>214.180327868853</c:v>
                </c:pt>
                <c:pt idx="3">
                  <c:v>102.806010928962</c:v>
                </c:pt>
                <c:pt idx="4">
                  <c:v>66.483606557377001</c:v>
                </c:pt>
                <c:pt idx="5">
                  <c:v>60.232240437158502</c:v>
                </c:pt>
                <c:pt idx="6">
                  <c:v>74.038251366120207</c:v>
                </c:pt>
                <c:pt idx="7">
                  <c:v>182.17213114754099</c:v>
                </c:pt>
                <c:pt idx="8">
                  <c:v>330.23770491803299</c:v>
                </c:pt>
                <c:pt idx="9">
                  <c:v>424.40163934426198</c:v>
                </c:pt>
                <c:pt idx="10">
                  <c:v>632.50546448087402</c:v>
                </c:pt>
                <c:pt idx="11">
                  <c:v>731.36885245901601</c:v>
                </c:pt>
                <c:pt idx="12">
                  <c:v>960.02459016393504</c:v>
                </c:pt>
                <c:pt idx="13">
                  <c:v>744.90983606557404</c:v>
                </c:pt>
                <c:pt idx="14">
                  <c:v>588.25956284153006</c:v>
                </c:pt>
                <c:pt idx="15">
                  <c:v>353.03551912568298</c:v>
                </c:pt>
                <c:pt idx="16">
                  <c:v>105.972677595628</c:v>
                </c:pt>
                <c:pt idx="17">
                  <c:v>7.9344262295082002</c:v>
                </c:pt>
                <c:pt idx="18">
                  <c:v>0.74316939890710398</c:v>
                </c:pt>
                <c:pt idx="19">
                  <c:v>1.3333333333333299</c:v>
                </c:pt>
                <c:pt idx="20">
                  <c:v>3.5765027322404399</c:v>
                </c:pt>
                <c:pt idx="21">
                  <c:v>6.4617486338797798</c:v>
                </c:pt>
                <c:pt idx="22">
                  <c:v>15.827868852459</c:v>
                </c:pt>
                <c:pt idx="23">
                  <c:v>70.065573770491795</c:v>
                </c:pt>
              </c:numCache>
            </c:numRef>
          </c:yVal>
          <c:smooth val="0"/>
          <c:extLst>
            <c:ext xmlns:c16="http://schemas.microsoft.com/office/drawing/2014/chart" uri="{C3380CC4-5D6E-409C-BE32-E72D297353CC}">
              <c16:uniqueId val="{00000001-1C2A-484A-8AE6-C56217E70885}"/>
            </c:ext>
          </c:extLst>
        </c:ser>
        <c:ser>
          <c:idx val="2"/>
          <c:order val="2"/>
          <c:spPr>
            <a:ln w="19050" cmpd="sng" algn="ctr">
              <a:solidFill>
                <a:schemeClr val="accent3"/>
              </a:solidFill>
              <a:prstDash val="solid"/>
            </a:ln>
          </c:spPr>
          <c:marker>
            <c:symbol val="none"/>
          </c:marker>
          <c:xVal>
            <c:numRef>
              <c:f>Sheet1!$A$1:$X$1</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Sheet1!$A$4:$X$4</c:f>
              <c:numCache>
                <c:formatCode>General</c:formatCode>
                <c:ptCount val="24"/>
                <c:pt idx="0">
                  <c:v>67.750684931506896</c:v>
                </c:pt>
                <c:pt idx="1">
                  <c:v>132.99178082191801</c:v>
                </c:pt>
                <c:pt idx="2">
                  <c:v>111.62465753424701</c:v>
                </c:pt>
                <c:pt idx="3">
                  <c:v>69.917808219178099</c:v>
                </c:pt>
                <c:pt idx="4">
                  <c:v>38.295890410958897</c:v>
                </c:pt>
                <c:pt idx="5">
                  <c:v>21.682191780821899</c:v>
                </c:pt>
                <c:pt idx="6">
                  <c:v>31.824657534246601</c:v>
                </c:pt>
                <c:pt idx="7">
                  <c:v>108.37534246575299</c:v>
                </c:pt>
                <c:pt idx="8">
                  <c:v>194.33150684931499</c:v>
                </c:pt>
                <c:pt idx="9">
                  <c:v>369.82465753424702</c:v>
                </c:pt>
                <c:pt idx="10">
                  <c:v>692.63013698630095</c:v>
                </c:pt>
                <c:pt idx="11">
                  <c:v>888.55342465753404</c:v>
                </c:pt>
                <c:pt idx="12">
                  <c:v>1043.0712328767099</c:v>
                </c:pt>
                <c:pt idx="13">
                  <c:v>892.50136986301402</c:v>
                </c:pt>
                <c:pt idx="14">
                  <c:v>701.82191780821904</c:v>
                </c:pt>
                <c:pt idx="15">
                  <c:v>409.80273972602703</c:v>
                </c:pt>
                <c:pt idx="16">
                  <c:v>126.73424657534299</c:v>
                </c:pt>
                <c:pt idx="17">
                  <c:v>9.8602739726027409</c:v>
                </c:pt>
                <c:pt idx="18">
                  <c:v>7.1232876712328794E-2</c:v>
                </c:pt>
                <c:pt idx="19">
                  <c:v>6.5753424657534199E-2</c:v>
                </c:pt>
                <c:pt idx="20">
                  <c:v>0.20821917808219201</c:v>
                </c:pt>
                <c:pt idx="21">
                  <c:v>0.98356164383561595</c:v>
                </c:pt>
                <c:pt idx="22">
                  <c:v>2.7013698630137002</c:v>
                </c:pt>
                <c:pt idx="23">
                  <c:v>10.920547945205501</c:v>
                </c:pt>
              </c:numCache>
            </c:numRef>
          </c:yVal>
          <c:smooth val="0"/>
          <c:extLst>
            <c:ext xmlns:c16="http://schemas.microsoft.com/office/drawing/2014/chart" uri="{C3380CC4-5D6E-409C-BE32-E72D297353CC}">
              <c16:uniqueId val="{00000002-1C2A-484A-8AE6-C56217E70885}"/>
            </c:ext>
          </c:extLst>
        </c:ser>
        <c:ser>
          <c:idx val="3"/>
          <c:order val="3"/>
          <c:spPr>
            <a:ln w="19050" cmpd="sng" algn="ctr">
              <a:solidFill>
                <a:schemeClr val="accent4"/>
              </a:solidFill>
              <a:prstDash val="solid"/>
            </a:ln>
          </c:spPr>
          <c:marker>
            <c:symbol val="none"/>
          </c:marker>
          <c:xVal>
            <c:numRef>
              <c:f>Sheet1!$A$1:$X$1</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Sheet1!$A$5:$X$5</c:f>
              <c:numCache>
                <c:formatCode>General</c:formatCode>
                <c:ptCount val="24"/>
                <c:pt idx="0">
                  <c:v>81.235616438356203</c:v>
                </c:pt>
                <c:pt idx="1">
                  <c:v>128.64657534246601</c:v>
                </c:pt>
                <c:pt idx="2">
                  <c:v>125.81095890411</c:v>
                </c:pt>
                <c:pt idx="3">
                  <c:v>93.216438356164403</c:v>
                </c:pt>
                <c:pt idx="4">
                  <c:v>57.638356164383602</c:v>
                </c:pt>
                <c:pt idx="5">
                  <c:v>32.764383561643797</c:v>
                </c:pt>
                <c:pt idx="6">
                  <c:v>53.575342465753401</c:v>
                </c:pt>
                <c:pt idx="7">
                  <c:v>207.63287671232899</c:v>
                </c:pt>
                <c:pt idx="8">
                  <c:v>366.46301369862999</c:v>
                </c:pt>
                <c:pt idx="9">
                  <c:v>581.81643835616399</c:v>
                </c:pt>
                <c:pt idx="10">
                  <c:v>945.02465753424701</c:v>
                </c:pt>
                <c:pt idx="11">
                  <c:v>1154.33698630137</c:v>
                </c:pt>
                <c:pt idx="12">
                  <c:v>1272.03561643836</c:v>
                </c:pt>
                <c:pt idx="13">
                  <c:v>1134.19178082192</c:v>
                </c:pt>
                <c:pt idx="14">
                  <c:v>905.39452054794504</c:v>
                </c:pt>
                <c:pt idx="15">
                  <c:v>522.90684931506905</c:v>
                </c:pt>
                <c:pt idx="16">
                  <c:v>200.89315068493201</c:v>
                </c:pt>
                <c:pt idx="17">
                  <c:v>27.419178082191799</c:v>
                </c:pt>
                <c:pt idx="18">
                  <c:v>0.87945205479452104</c:v>
                </c:pt>
                <c:pt idx="19">
                  <c:v>0.71506849315068499</c:v>
                </c:pt>
                <c:pt idx="20">
                  <c:v>1.4</c:v>
                </c:pt>
                <c:pt idx="21">
                  <c:v>4.6082191780821899</c:v>
                </c:pt>
                <c:pt idx="22">
                  <c:v>7.7013698630137002</c:v>
                </c:pt>
                <c:pt idx="23">
                  <c:v>24.0438356164384</c:v>
                </c:pt>
              </c:numCache>
            </c:numRef>
          </c:yVal>
          <c:smooth val="0"/>
          <c:extLst>
            <c:ext xmlns:c16="http://schemas.microsoft.com/office/drawing/2014/chart" uri="{C3380CC4-5D6E-409C-BE32-E72D297353CC}">
              <c16:uniqueId val="{00000003-1C2A-484A-8AE6-C56217E70885}"/>
            </c:ext>
          </c:extLst>
        </c:ser>
        <c:dLbls>
          <c:showLegendKey val="0"/>
          <c:showVal val="0"/>
          <c:showCatName val="0"/>
          <c:showSerName val="0"/>
          <c:showPercent val="0"/>
          <c:showBubbleSize val="0"/>
        </c:dLbls>
        <c:axId val="4"/>
        <c:axId val="5"/>
      </c:scatterChart>
      <c:valAx>
        <c:axId val="4"/>
        <c:scaling>
          <c:orientation val="minMax"/>
          <c:max val="24"/>
          <c:min val="0"/>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5"/>
        <c:crosses val="min"/>
        <c:crossBetween val="midCat"/>
        <c:majorUnit val="2"/>
      </c:valAx>
      <c:valAx>
        <c:axId val="5"/>
        <c:scaling>
          <c:orientation val="minMax"/>
          <c:max val="13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4"/>
        <c:crosses val="min"/>
        <c:crossBetween val="midCat"/>
        <c:majorUnit val="100"/>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534063260340631"/>
          <c:y val="7.619423608369523E-2"/>
          <c:w val="0.81690997566909973"/>
          <c:h val="0.84761152783260951"/>
        </c:manualLayout>
      </c:layout>
      <c:lineChart>
        <c:grouping val="standard"/>
        <c:varyColors val="0"/>
        <c:ser>
          <c:idx val="0"/>
          <c:order val="0"/>
          <c:spPr>
            <a:ln w="19050" cmpd="sng" algn="ctr">
              <a:solidFill>
                <a:schemeClr val="accent1"/>
              </a:solidFill>
              <a:prstDash val="solid"/>
            </a:ln>
          </c:spPr>
          <c:marker>
            <c:symbol val="none"/>
          </c:marker>
          <c:dPt>
            <c:idx val="0"/>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0-DCC8-4952-ABBF-F78C7F941578}"/>
              </c:ext>
            </c:extLst>
          </c:dPt>
          <c:dPt>
            <c:idx val="1"/>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1-DCC8-4952-ABBF-F78C7F941578}"/>
              </c:ext>
            </c:extLst>
          </c:dPt>
          <c:dPt>
            <c:idx val="2"/>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2-DCC8-4952-ABBF-F78C7F941578}"/>
              </c:ext>
            </c:extLst>
          </c:dPt>
          <c:dPt>
            <c:idx val="3"/>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3-DCC8-4952-ABBF-F78C7F941578}"/>
              </c:ext>
            </c:extLst>
          </c:dPt>
          <c:dPt>
            <c:idx val="4"/>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4-DCC8-4952-ABBF-F78C7F941578}"/>
              </c:ext>
            </c:extLst>
          </c:dPt>
          <c:dPt>
            <c:idx val="5"/>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5-DCC8-4952-ABBF-F78C7F941578}"/>
              </c:ext>
            </c:extLst>
          </c:dPt>
          <c:dPt>
            <c:idx val="6"/>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6-DCC8-4952-ABBF-F78C7F941578}"/>
              </c:ext>
            </c:extLst>
          </c:dPt>
          <c:dPt>
            <c:idx val="7"/>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7-DCC8-4952-ABBF-F78C7F941578}"/>
              </c:ext>
            </c:extLst>
          </c:dPt>
          <c:dPt>
            <c:idx val="8"/>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8-DCC8-4952-ABBF-F78C7F941578}"/>
              </c:ext>
            </c:extLst>
          </c:dPt>
          <c:dPt>
            <c:idx val="9"/>
            <c:marker>
              <c:symbol val="circle"/>
              <c:size val="7"/>
              <c:spPr>
                <a:solidFill>
                  <a:schemeClr val="accent1"/>
                </a:solidFill>
                <a:ln w="9525" cmpd="sng" algn="ctr">
                  <a:solidFill>
                    <a:schemeClr val="accent1"/>
                  </a:solidFill>
                  <a:prstDash val="solid"/>
                </a:ln>
              </c:spPr>
            </c:marker>
            <c:bubble3D val="0"/>
            <c:extLst>
              <c:ext xmlns:c16="http://schemas.microsoft.com/office/drawing/2014/chart" uri="{C3380CC4-5D6E-409C-BE32-E72D297353CC}">
                <c16:uniqueId val="{00000009-DCC8-4952-ABBF-F78C7F941578}"/>
              </c:ext>
            </c:extLst>
          </c:dPt>
          <c:dLbls>
            <c:dLbl>
              <c:idx val="1"/>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CC8-4952-ABBF-F78C7F941578}"/>
                </c:ext>
              </c:extLst>
            </c:dLbl>
            <c:dLbl>
              <c:idx val="2"/>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CC8-4952-ABBF-F78C7F941578}"/>
                </c:ext>
              </c:extLst>
            </c:dLbl>
            <c:dLbl>
              <c:idx val="3"/>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CC8-4952-ABBF-F78C7F941578}"/>
                </c:ext>
              </c:extLst>
            </c:dLbl>
            <c:dLbl>
              <c:idx val="4"/>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CC8-4952-ABBF-F78C7F941578}"/>
                </c:ext>
              </c:extLst>
            </c:dLbl>
            <c:dLbl>
              <c:idx val="5"/>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CC8-4952-ABBF-F78C7F941578}"/>
                </c:ext>
              </c:extLst>
            </c:dLbl>
            <c:dLbl>
              <c:idx val="6"/>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CC8-4952-ABBF-F78C7F941578}"/>
                </c:ext>
              </c:extLst>
            </c:dLbl>
            <c:dLbl>
              <c:idx val="7"/>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DCC8-4952-ABBF-F78C7F941578}"/>
                </c:ext>
              </c:extLst>
            </c:dLbl>
            <c:dLbl>
              <c:idx val="9"/>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DCC8-4952-ABBF-F78C7F9415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458.72054794520602</c:v>
                </c:pt>
                <c:pt idx="1">
                  <c:v>651.60136986301404</c:v>
                </c:pt>
                <c:pt idx="2">
                  <c:v>708.69452054794499</c:v>
                </c:pt>
                <c:pt idx="3">
                  <c:v>767.20218579234995</c:v>
                </c:pt>
                <c:pt idx="4">
                  <c:v>846.63630136986296</c:v>
                </c:pt>
                <c:pt idx="5">
                  <c:v>855.71301369862999</c:v>
                </c:pt>
                <c:pt idx="6">
                  <c:v>879.18904109589005</c:v>
                </c:pt>
                <c:pt idx="7">
                  <c:v>820.18169398907105</c:v>
                </c:pt>
                <c:pt idx="8">
                  <c:v>912.92054794520595</c:v>
                </c:pt>
                <c:pt idx="9">
                  <c:v>1126.39726027397</c:v>
                </c:pt>
              </c:numCache>
            </c:numRef>
          </c:val>
          <c:smooth val="0"/>
          <c:extLst>
            <c:ext xmlns:c16="http://schemas.microsoft.com/office/drawing/2014/chart" uri="{C3380CC4-5D6E-409C-BE32-E72D297353CC}">
              <c16:uniqueId val="{0000000A-DCC8-4952-ABBF-F78C7F941578}"/>
            </c:ext>
          </c:extLst>
        </c:ser>
        <c:ser>
          <c:idx val="1"/>
          <c:order val="1"/>
          <c:spPr>
            <a:ln w="19050" cmpd="sng" algn="ctr">
              <a:solidFill>
                <a:schemeClr val="accent2"/>
              </a:solidFill>
              <a:prstDash val="solid"/>
            </a:ln>
          </c:spPr>
          <c:marker>
            <c:symbol val="none"/>
          </c:marker>
          <c:dPt>
            <c:idx val="0"/>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B-DCC8-4952-ABBF-F78C7F941578}"/>
              </c:ext>
            </c:extLst>
          </c:dPt>
          <c:dPt>
            <c:idx val="1"/>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C-DCC8-4952-ABBF-F78C7F941578}"/>
              </c:ext>
            </c:extLst>
          </c:dPt>
          <c:dPt>
            <c:idx val="2"/>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D-DCC8-4952-ABBF-F78C7F941578}"/>
              </c:ext>
            </c:extLst>
          </c:dPt>
          <c:dPt>
            <c:idx val="3"/>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E-DCC8-4952-ABBF-F78C7F941578}"/>
              </c:ext>
            </c:extLst>
          </c:dPt>
          <c:dPt>
            <c:idx val="4"/>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F-DCC8-4952-ABBF-F78C7F941578}"/>
              </c:ext>
            </c:extLst>
          </c:dPt>
          <c:dPt>
            <c:idx val="5"/>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0-DCC8-4952-ABBF-F78C7F941578}"/>
              </c:ext>
            </c:extLst>
          </c:dPt>
          <c:dPt>
            <c:idx val="6"/>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1-DCC8-4952-ABBF-F78C7F941578}"/>
              </c:ext>
            </c:extLst>
          </c:dPt>
          <c:dPt>
            <c:idx val="7"/>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2-DCC8-4952-ABBF-F78C7F941578}"/>
              </c:ext>
            </c:extLst>
          </c:dPt>
          <c:dPt>
            <c:idx val="8"/>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3-DCC8-4952-ABBF-F78C7F941578}"/>
              </c:ext>
            </c:extLst>
          </c:dPt>
          <c:dPt>
            <c:idx val="9"/>
            <c:marker>
              <c:symbol val="circle"/>
              <c:size val="7"/>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4-DCC8-4952-ABBF-F78C7F941578}"/>
              </c:ext>
            </c:extLst>
          </c:dPt>
          <c:dLbls>
            <c:dLbl>
              <c:idx val="0"/>
              <c:layout>
                <c:manualLayout>
                  <c:x val="3.9233576642335767E-2"/>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DCC8-4952-ABBF-F78C7F941578}"/>
                </c:ext>
              </c:extLst>
            </c:dLbl>
            <c:dLbl>
              <c:idx val="1"/>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DCC8-4952-ABBF-F78C7F941578}"/>
                </c:ext>
              </c:extLst>
            </c:dLbl>
            <c:dLbl>
              <c:idx val="2"/>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DCC8-4952-ABBF-F78C7F941578}"/>
                </c:ext>
              </c:extLst>
            </c:dLbl>
            <c:dLbl>
              <c:idx val="3"/>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DCC8-4952-ABBF-F78C7F941578}"/>
                </c:ext>
              </c:extLst>
            </c:dLbl>
            <c:dLbl>
              <c:idx val="4"/>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DCC8-4952-ABBF-F78C7F941578}"/>
                </c:ext>
              </c:extLst>
            </c:dLbl>
            <c:dLbl>
              <c:idx val="5"/>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DCC8-4952-ABBF-F78C7F941578}"/>
                </c:ext>
              </c:extLst>
            </c:dLbl>
            <c:dLbl>
              <c:idx val="6"/>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DCC8-4952-ABBF-F78C7F941578}"/>
                </c:ext>
              </c:extLst>
            </c:dLbl>
            <c:dLbl>
              <c:idx val="7"/>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DCC8-4952-ABBF-F78C7F941578}"/>
                </c:ext>
              </c:extLst>
            </c:dLbl>
            <c:dLbl>
              <c:idx val="8"/>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DCC8-4952-ABBF-F78C7F941578}"/>
                </c:ext>
              </c:extLst>
            </c:dLbl>
            <c:dLbl>
              <c:idx val="9"/>
              <c:layout>
                <c:manualLayout>
                  <c:x val="0"/>
                  <c:y val="-5.2112120015791553E-2"/>
                </c:manualLayout>
              </c:layout>
              <c:numFmt formatCode="#,##0;&quot;-&quot;#,##0" sourceLinked="0"/>
              <c:spPr>
                <a:noFill/>
                <a:ln>
                  <a:noFill/>
                </a:ln>
              </c:spPr>
              <c:txPr>
                <a:bodyPr wrap="none"/>
                <a:lstStyle/>
                <a:p>
                  <a:pPr>
                    <a:defRPr kumimoji="1" sz="1400" kern="120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DCC8-4952-ABBF-F78C7F9415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147.23972602739701</c:v>
                </c:pt>
                <c:pt idx="1">
                  <c:v>116.195890410959</c:v>
                </c:pt>
                <c:pt idx="2">
                  <c:v>165.18561643835599</c:v>
                </c:pt>
                <c:pt idx="3">
                  <c:v>178.685792349727</c:v>
                </c:pt>
                <c:pt idx="4">
                  <c:v>175.582191780822</c:v>
                </c:pt>
                <c:pt idx="5">
                  <c:v>101.66369863013701</c:v>
                </c:pt>
                <c:pt idx="6">
                  <c:v>88.207534246575406</c:v>
                </c:pt>
                <c:pt idx="7">
                  <c:v>49.295765027322403</c:v>
                </c:pt>
                <c:pt idx="8">
                  <c:v>81.335616438356197</c:v>
                </c:pt>
                <c:pt idx="9">
                  <c:v>101.32808219178099</c:v>
                </c:pt>
              </c:numCache>
            </c:numRef>
          </c:val>
          <c:smooth val="0"/>
          <c:extLst>
            <c:ext xmlns:c16="http://schemas.microsoft.com/office/drawing/2014/chart" uri="{C3380CC4-5D6E-409C-BE32-E72D297353CC}">
              <c16:uniqueId val="{00000015-DCC8-4952-ABBF-F78C7F941578}"/>
            </c:ext>
          </c:extLst>
        </c:ser>
        <c:dLbls>
          <c:showLegendKey val="0"/>
          <c:showVal val="0"/>
          <c:showCatName val="0"/>
          <c:showSerName val="0"/>
          <c:showPercent val="0"/>
          <c:showBubbleSize val="0"/>
        </c:dLbls>
        <c:smooth val="0"/>
        <c:axId val="1948306912"/>
        <c:axId val="1"/>
      </c:lineChart>
      <c:catAx>
        <c:axId val="194830691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0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400" kern="1200">
                <a:solidFill>
                  <a:schemeClr val="tx1"/>
                </a:solidFill>
                <a:latin typeface="+mn-lt"/>
                <a:ea typeface="+mn-ea"/>
                <a:cs typeface="+mn-cs"/>
              </a:defRPr>
            </a:pPr>
            <a:endParaRPr lang="ja-JP"/>
          </a:p>
        </c:txPr>
        <c:crossAx val="1948306912"/>
        <c:crosses val="min"/>
        <c:crossBetween val="midCat"/>
        <c:majorUnit val="100"/>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083E0-B250-4F8F-96D5-F7B821FF77D2}" type="datetimeFigureOut">
              <a:rPr kumimoji="1" lang="ja-JP" altLang="en-US" smtClean="0"/>
              <a:t>2026/7/27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696DE-6DB6-42A7-89A2-F0DBB6971B53}" type="slidenum">
              <a:rPr kumimoji="1" lang="ja-JP" altLang="en-US" smtClean="0"/>
              <a:t>‹#›</a:t>
            </a:fld>
            <a:endParaRPr kumimoji="1" lang="ja-JP" altLang="en-US"/>
          </a:p>
        </p:txBody>
      </p:sp>
    </p:spTree>
    <p:extLst>
      <p:ext uri="{BB962C8B-B14F-4D97-AF65-F5344CB8AC3E}">
        <p14:creationId xmlns:p14="http://schemas.microsoft.com/office/powerpoint/2010/main" val="42505038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42E44-3BED-62EA-835D-7DFF9235D6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CD5C3-7DC8-D06D-4791-296BB691EF6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671F0F-F8E4-1159-1569-33193B5CD5F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4E5B61D-A572-0223-53F7-D1601C5E2E31}"/>
              </a:ext>
            </a:extLst>
          </p:cNvPr>
          <p:cNvSpPr>
            <a:spLocks noGrp="1"/>
          </p:cNvSpPr>
          <p:nvPr>
            <p:ph type="sldNum" sz="quarter" idx="5"/>
          </p:nvPr>
        </p:nvSpPr>
        <p:spPr/>
        <p:txBody>
          <a:bodyPr/>
          <a:lstStyle/>
          <a:p>
            <a:fld id="{3B4696DE-6DB6-42A7-89A2-F0DBB6971B53}" type="slidenum">
              <a:rPr kumimoji="1" lang="ja-JP" altLang="en-US" smtClean="0"/>
              <a:t>2</a:t>
            </a:fld>
            <a:endParaRPr kumimoji="1" lang="ja-JP" altLang="en-US"/>
          </a:p>
        </p:txBody>
      </p:sp>
    </p:spTree>
    <p:extLst>
      <p:ext uri="{BB962C8B-B14F-4D97-AF65-F5344CB8AC3E}">
        <p14:creationId xmlns:p14="http://schemas.microsoft.com/office/powerpoint/2010/main" val="953144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7</a:t>
            </a:fld>
            <a:endParaRPr kumimoji="1" lang="ja-JP" altLang="en-US"/>
          </a:p>
        </p:txBody>
      </p:sp>
    </p:spTree>
    <p:extLst>
      <p:ext uri="{BB962C8B-B14F-4D97-AF65-F5344CB8AC3E}">
        <p14:creationId xmlns:p14="http://schemas.microsoft.com/office/powerpoint/2010/main" val="125493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EFB7-81B0-E629-71DE-9F0FB00B43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C29F30-C5F7-BE30-B230-237194DD31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089540-2B72-0589-BB8F-46D4276B066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699157-077B-A270-E058-3EA34A102CE5}"/>
              </a:ext>
            </a:extLst>
          </p:cNvPr>
          <p:cNvSpPr>
            <a:spLocks noGrp="1"/>
          </p:cNvSpPr>
          <p:nvPr>
            <p:ph type="sldNum" sz="quarter" idx="5"/>
          </p:nvPr>
        </p:nvSpPr>
        <p:spPr/>
        <p:txBody>
          <a:bodyPr/>
          <a:lstStyle/>
          <a:p>
            <a:fld id="{3B4696DE-6DB6-42A7-89A2-F0DBB6971B53}" type="slidenum">
              <a:rPr kumimoji="1" lang="ja-JP" altLang="en-US" smtClean="0"/>
              <a:t>8</a:t>
            </a:fld>
            <a:endParaRPr kumimoji="1" lang="ja-JP" altLang="en-US"/>
          </a:p>
        </p:txBody>
      </p:sp>
    </p:spTree>
    <p:extLst>
      <p:ext uri="{BB962C8B-B14F-4D97-AF65-F5344CB8AC3E}">
        <p14:creationId xmlns:p14="http://schemas.microsoft.com/office/powerpoint/2010/main" val="2015785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1F66-CBCF-217F-3053-30AC9C8AB5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73A252-C705-1177-29AD-5FB03064D0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2961BD-593D-0508-4041-F523DBE68E1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E00E5CF-63D2-AAC9-7EAF-58584ED92222}"/>
              </a:ext>
            </a:extLst>
          </p:cNvPr>
          <p:cNvSpPr>
            <a:spLocks noGrp="1"/>
          </p:cNvSpPr>
          <p:nvPr>
            <p:ph type="sldNum" sz="quarter" idx="5"/>
          </p:nvPr>
        </p:nvSpPr>
        <p:spPr/>
        <p:txBody>
          <a:bodyPr/>
          <a:lstStyle/>
          <a:p>
            <a:fld id="{3B4696DE-6DB6-42A7-89A2-F0DBB6971B53}" type="slidenum">
              <a:rPr kumimoji="1" lang="ja-JP" altLang="en-US" smtClean="0"/>
              <a:t>9</a:t>
            </a:fld>
            <a:endParaRPr kumimoji="1" lang="ja-JP" altLang="en-US"/>
          </a:p>
        </p:txBody>
      </p:sp>
    </p:spTree>
    <p:extLst>
      <p:ext uri="{BB962C8B-B14F-4D97-AF65-F5344CB8AC3E}">
        <p14:creationId xmlns:p14="http://schemas.microsoft.com/office/powerpoint/2010/main" val="2364881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B4696DE-6DB6-42A7-89A2-F0DBB6971B53}" type="slidenum">
              <a:rPr kumimoji="1" lang="ja-JP" altLang="en-US" smtClean="0"/>
              <a:t>10</a:t>
            </a:fld>
            <a:endParaRPr kumimoji="1" lang="ja-JP" altLang="en-US"/>
          </a:p>
        </p:txBody>
      </p:sp>
    </p:spTree>
    <p:extLst>
      <p:ext uri="{BB962C8B-B14F-4D97-AF65-F5344CB8AC3E}">
        <p14:creationId xmlns:p14="http://schemas.microsoft.com/office/powerpoint/2010/main" val="2167658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B6BBB-A704-D6CE-E957-0E7854F818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FFB3FC-C7B2-AC2E-EE38-736E5F625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D97690-FB07-F382-94B0-FBB0C86C81E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AA50977-7517-F4D2-8158-51AB330D4245}"/>
              </a:ext>
            </a:extLst>
          </p:cNvPr>
          <p:cNvSpPr>
            <a:spLocks noGrp="1"/>
          </p:cNvSpPr>
          <p:nvPr>
            <p:ph type="sldNum" sz="quarter" idx="5"/>
          </p:nvPr>
        </p:nvSpPr>
        <p:spPr/>
        <p:txBody>
          <a:bodyPr/>
          <a:lstStyle/>
          <a:p>
            <a:fld id="{3B4696DE-6DB6-42A7-89A2-F0DBB6971B53}" type="slidenum">
              <a:rPr kumimoji="1" lang="ja-JP" altLang="en-US" smtClean="0"/>
              <a:t>11</a:t>
            </a:fld>
            <a:endParaRPr kumimoji="1" lang="ja-JP" altLang="en-US"/>
          </a:p>
        </p:txBody>
      </p:sp>
    </p:spTree>
    <p:extLst>
      <p:ext uri="{BB962C8B-B14F-4D97-AF65-F5344CB8AC3E}">
        <p14:creationId xmlns:p14="http://schemas.microsoft.com/office/powerpoint/2010/main" val="2792997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8A916-F1B2-762B-EE2E-5063678FD876}"/>
              </a:ext>
            </a:extLst>
          </p:cNvPr>
          <p:cNvSpPr>
            <a:spLocks noGrp="1"/>
          </p:cNvSpPr>
          <p:nvPr>
            <p:ph type="ctrTitle" hasCustomPrompt="1"/>
          </p:nvPr>
        </p:nvSpPr>
        <p:spPr>
          <a:xfrm>
            <a:off x="812799" y="2798058"/>
            <a:ext cx="8453117" cy="615553"/>
          </a:xfrm>
          <a:prstGeom prst="rect">
            <a:avLst/>
          </a:prstGeom>
        </p:spPr>
        <p:txBody>
          <a:bodyPr wrap="square" lIns="0" tIns="0" rIns="0" bIns="0" anchor="b">
            <a:spAutoFit/>
          </a:bodyPr>
          <a:lstStyle>
            <a:lvl1pPr algn="l">
              <a:lnSpc>
                <a:spcPct val="100000"/>
              </a:lnSpc>
              <a:defRPr sz="4000"/>
            </a:lvl1pPr>
          </a:lstStyle>
          <a:p>
            <a:r>
              <a:rPr kumimoji="1" lang="ja-JP" altLang="en-US" dirty="0"/>
              <a:t>タイトル</a:t>
            </a:r>
          </a:p>
        </p:txBody>
      </p:sp>
      <p:sp>
        <p:nvSpPr>
          <p:cNvPr id="3" name="字幕 2">
            <a:extLst>
              <a:ext uri="{FF2B5EF4-FFF2-40B4-BE49-F238E27FC236}">
                <a16:creationId xmlns:a16="http://schemas.microsoft.com/office/drawing/2014/main" id="{48917268-1632-DB46-668D-E3FAE041D56C}"/>
              </a:ext>
            </a:extLst>
          </p:cNvPr>
          <p:cNvSpPr>
            <a:spLocks noGrp="1"/>
          </p:cNvSpPr>
          <p:nvPr>
            <p:ph type="subTitle" idx="1" hasCustomPrompt="1"/>
          </p:nvPr>
        </p:nvSpPr>
        <p:spPr>
          <a:xfrm>
            <a:off x="841827" y="3716338"/>
            <a:ext cx="8453117" cy="215444"/>
          </a:xfrm>
          <a:prstGeom prst="rect">
            <a:avLst/>
          </a:prstGeom>
        </p:spPr>
        <p:txBody>
          <a:bodyPr wrap="square" lIns="0" tIns="0" rIns="0" bIns="0" anchor="ctr">
            <a:spAutoFit/>
          </a:bodyPr>
          <a:lstStyle>
            <a:lvl1pPr marL="0" indent="0" algn="l">
              <a:lnSpc>
                <a:spcPct val="100000"/>
              </a:lnSpc>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社名</a:t>
            </a:r>
          </a:p>
        </p:txBody>
      </p:sp>
      <p:cxnSp>
        <p:nvCxnSpPr>
          <p:cNvPr id="8" name="直線コネクタ 7">
            <a:extLst>
              <a:ext uri="{FF2B5EF4-FFF2-40B4-BE49-F238E27FC236}">
                <a16:creationId xmlns:a16="http://schemas.microsoft.com/office/drawing/2014/main" id="{7601A692-65C8-7432-6169-705297F8E5FF}"/>
              </a:ext>
            </a:extLst>
          </p:cNvPr>
          <p:cNvCxnSpPr/>
          <p:nvPr userDrawn="1"/>
        </p:nvCxnSpPr>
        <p:spPr>
          <a:xfrm>
            <a:off x="215900" y="0"/>
            <a:ext cx="0" cy="68580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テキスト プレースホルダー 10">
            <a:extLst>
              <a:ext uri="{FF2B5EF4-FFF2-40B4-BE49-F238E27FC236}">
                <a16:creationId xmlns:a16="http://schemas.microsoft.com/office/drawing/2014/main" id="{E64C5FFD-B300-4DCE-0865-7AB09C76B70F}"/>
              </a:ext>
            </a:extLst>
          </p:cNvPr>
          <p:cNvSpPr>
            <a:spLocks noGrp="1"/>
          </p:cNvSpPr>
          <p:nvPr>
            <p:ph type="body" sz="quarter" idx="10" hasCustomPrompt="1"/>
          </p:nvPr>
        </p:nvSpPr>
        <p:spPr>
          <a:xfrm>
            <a:off x="841827" y="4025900"/>
            <a:ext cx="8453117" cy="169863"/>
          </a:xfrm>
          <a:prstGeom prst="rect">
            <a:avLst/>
          </a:prstGeom>
        </p:spPr>
        <p:txBody>
          <a:bodyPr lIns="0" tIns="0" rIns="0" bIns="0" anchor="ctr" anchorCtr="0"/>
          <a:lstStyle>
            <a:lvl1pPr marL="0" indent="0">
              <a:lnSpc>
                <a:spcPct val="100000"/>
              </a:lnSpc>
              <a:buNone/>
              <a:defRPr sz="900" spc="140" baseline="0">
                <a:solidFill>
                  <a:schemeClr val="tx1">
                    <a:lumMod val="50000"/>
                    <a:lumOff val="50000"/>
                  </a:schemeClr>
                </a:solidFill>
                <a:latin typeface="Yu Gothic UI" panose="020B0500000000000000" pitchFamily="50" charset="-128"/>
                <a:ea typeface="Yu Gothic UI" panose="020B0500000000000000" pitchFamily="50" charset="-128"/>
              </a:defRPr>
            </a:lvl1pPr>
            <a:lvl2pPr marL="457200" indent="0">
              <a:lnSpc>
                <a:spcPct val="100000"/>
              </a:lnSpc>
              <a:buFont typeface="Arial" panose="020B0604020202020204" pitchFamily="34" charset="0"/>
              <a:buNone/>
              <a:defRPr/>
            </a:lvl2pPr>
          </a:lstStyle>
          <a:p>
            <a:pPr lvl="0"/>
            <a:r>
              <a:rPr kumimoji="1" lang="en-US" altLang="ja-JP" dirty="0"/>
              <a:t>2024-XX-XX</a:t>
            </a:r>
            <a:endParaRPr kumimoji="1" lang="ja-JP" altLang="en-US" dirty="0"/>
          </a:p>
        </p:txBody>
      </p:sp>
      <p:sp>
        <p:nvSpPr>
          <p:cNvPr id="13" name="スライド番号プレースホルダー 12">
            <a:extLst>
              <a:ext uri="{FF2B5EF4-FFF2-40B4-BE49-F238E27FC236}">
                <a16:creationId xmlns:a16="http://schemas.microsoft.com/office/drawing/2014/main" id="{48D929AD-B8BA-DF3C-7325-B0F399FADA6A}"/>
              </a:ext>
            </a:extLst>
          </p:cNvPr>
          <p:cNvSpPr>
            <a:spLocks noGrp="1"/>
          </p:cNvSpPr>
          <p:nvPr>
            <p:ph type="sldNum" sz="quarter" idx="12"/>
          </p:nvPr>
        </p:nvSpPr>
        <p:spPr/>
        <p:txBody>
          <a:bodyPr/>
          <a:lstStyle/>
          <a:p>
            <a:fld id="{3B09FD7E-EA79-4AC9-B47C-47EE1A48B026}" type="slidenum">
              <a:rPr lang="ja-JP" altLang="en-US" smtClean="0"/>
              <a:pPr/>
              <a:t>‹#›</a:t>
            </a:fld>
            <a:endParaRPr lang="ja-JP" altLang="en-US"/>
          </a:p>
        </p:txBody>
      </p:sp>
    </p:spTree>
    <p:extLst>
      <p:ext uri="{BB962C8B-B14F-4D97-AF65-F5344CB8AC3E}">
        <p14:creationId xmlns:p14="http://schemas.microsoft.com/office/powerpoint/2010/main" val="356820103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777357"/>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キーメッセージ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883164A-94EC-04CE-37EE-591185034965}"/>
              </a:ext>
            </a:extLst>
          </p:cNvPr>
          <p:cNvSpPr>
            <a:spLocks noGrp="1"/>
          </p:cNvSpPr>
          <p:nvPr>
            <p:ph idx="1" hasCustomPrompt="1"/>
          </p:nvPr>
        </p:nvSpPr>
        <p:spPr>
          <a:xfrm>
            <a:off x="334963" y="569368"/>
            <a:ext cx="11522076" cy="802232"/>
          </a:xfrm>
          <a:prstGeom prst="rect">
            <a:avLst/>
          </a:prstGeom>
        </p:spPr>
        <p:txBody>
          <a:bodyPr lIns="0" tIns="0" rIns="0" bIns="0">
            <a:normAutofit/>
          </a:bodyPr>
          <a:lstStyle>
            <a:lvl1pPr marL="0" indent="0">
              <a:lnSpc>
                <a:spcPct val="110000"/>
              </a:lnSpc>
              <a:spcBef>
                <a:spcPts val="0"/>
              </a:spcBef>
              <a:spcAft>
                <a:spcPts val="400"/>
              </a:spcAft>
              <a:buNone/>
              <a:defRPr sz="2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キーメッセージ</a:t>
            </a:r>
          </a:p>
        </p:txBody>
      </p:sp>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sp>
        <p:nvSpPr>
          <p:cNvPr id="7" name="タイトル 1">
            <a:extLst>
              <a:ext uri="{FF2B5EF4-FFF2-40B4-BE49-F238E27FC236}">
                <a16:creationId xmlns:a16="http://schemas.microsoft.com/office/drawing/2014/main" id="{5573E3FD-41C0-5456-809E-CCB5789736EE}"/>
              </a:ext>
            </a:extLst>
          </p:cNvPr>
          <p:cNvSpPr>
            <a:spLocks noGrp="1"/>
          </p:cNvSpPr>
          <p:nvPr>
            <p:ph type="title"/>
          </p:nvPr>
        </p:nvSpPr>
        <p:spPr>
          <a:xfrm>
            <a:off x="334963"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010B0C8B-F8BF-0AF5-54D7-247E8E1709CD}"/>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コンテンツ プレースホルダー 7">
            <a:extLst>
              <a:ext uri="{FF2B5EF4-FFF2-40B4-BE49-F238E27FC236}">
                <a16:creationId xmlns:a16="http://schemas.microsoft.com/office/drawing/2014/main" id="{5A57F326-C488-F391-08E7-9F9F8BFE9BA1}"/>
              </a:ext>
            </a:extLst>
          </p:cNvPr>
          <p:cNvSpPr>
            <a:spLocks noGrp="1"/>
          </p:cNvSpPr>
          <p:nvPr>
            <p:ph sz="quarter" idx="13"/>
          </p:nvPr>
        </p:nvSpPr>
        <p:spPr>
          <a:xfrm>
            <a:off x="584778" y="1579852"/>
            <a:ext cx="11022443" cy="4519612"/>
          </a:xfrm>
          <a:prstGeom prst="rect">
            <a:avLst/>
          </a:prstGeom>
        </p:spPr>
        <p:txBody>
          <a:bodyPr lIns="0" tIns="0" rIns="0" bIns="0"/>
          <a:lstStyle>
            <a:lvl1pPr marL="0" indent="0" defTabSz="179388">
              <a:lnSpc>
                <a:spcPct val="120000"/>
              </a:lnSpc>
              <a:spcBef>
                <a:spcPts val="0"/>
              </a:spcBef>
              <a:spcAft>
                <a:spcPts val="500"/>
              </a:spcAft>
              <a:buClr>
                <a:schemeClr val="accent2"/>
              </a:buClr>
              <a:buFont typeface="Arial" panose="020B0604020202020204" pitchFamily="34" charset="0"/>
              <a:buNone/>
              <a:defRPr sz="1600"/>
            </a:lvl1pPr>
            <a:lvl2pPr marL="0" indent="0" defTabSz="179388">
              <a:buNone/>
              <a:defRPr sz="1600"/>
            </a:lvl2pPr>
            <a:lvl3pPr marL="914400" indent="0">
              <a:buNone/>
              <a:defRPr sz="1200"/>
            </a:lvl3pPr>
            <a:lvl4pPr marL="1371600" indent="0">
              <a:buNone/>
              <a:defRPr sz="1100"/>
            </a:lvl4pPr>
            <a:lvl5pPr marL="1828800" indent="0">
              <a:buNone/>
              <a:defRPr sz="1100"/>
            </a:lvl5pPr>
          </a:lstStyle>
          <a:p>
            <a:pPr lvl="0"/>
            <a:endParaRPr kumimoji="1" lang="ja-JP" altLang="en-US" dirty="0"/>
          </a:p>
        </p:txBody>
      </p:sp>
    </p:spTree>
    <p:extLst>
      <p:ext uri="{BB962C8B-B14F-4D97-AF65-F5344CB8AC3E}">
        <p14:creationId xmlns:p14="http://schemas.microsoft.com/office/powerpoint/2010/main" val="3915535754"/>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CA65AB-B3FB-30C2-15F3-00C9C4117279}"/>
              </a:ext>
            </a:extLst>
          </p:cNvPr>
          <p:cNvSpPr>
            <a:spLocks noGrp="1"/>
          </p:cNvSpPr>
          <p:nvPr>
            <p:ph type="title"/>
          </p:nvPr>
        </p:nvSpPr>
        <p:spPr>
          <a:xfrm>
            <a:off x="334962" y="270181"/>
            <a:ext cx="11522076" cy="184666"/>
          </a:xfrm>
          <a:prstGeom prst="rect">
            <a:avLst/>
          </a:prstGeom>
        </p:spPr>
        <p:txBody>
          <a:bodyPr wrap="square" lIns="0" tIns="0" rIns="0" bIns="0">
            <a:spAutoFit/>
          </a:bodyPr>
          <a:lstStyle>
            <a:lvl1pPr>
              <a:lnSpc>
                <a:spcPct val="100000"/>
              </a:lnSpc>
              <a:defRPr sz="1200">
                <a:solidFill>
                  <a:schemeClr val="accent2"/>
                </a:solidFill>
              </a:defRPr>
            </a:lvl1pPr>
          </a:lstStyle>
          <a:p>
            <a:r>
              <a:rPr kumimoji="1" lang="ja-JP" altLang="en-US" dirty="0"/>
              <a:t>マスター タイトルの書式設定</a:t>
            </a:r>
          </a:p>
        </p:txBody>
      </p:sp>
      <p:sp>
        <p:nvSpPr>
          <p:cNvPr id="5" name="スライド番号プレースホルダー 4">
            <a:extLst>
              <a:ext uri="{FF2B5EF4-FFF2-40B4-BE49-F238E27FC236}">
                <a16:creationId xmlns:a16="http://schemas.microsoft.com/office/drawing/2014/main" id="{0E8C2261-1BD8-C8F6-B91D-55DF3B205ABB}"/>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3" name="直線コネクタ 2">
            <a:extLst>
              <a:ext uri="{FF2B5EF4-FFF2-40B4-BE49-F238E27FC236}">
                <a16:creationId xmlns:a16="http://schemas.microsoft.com/office/drawing/2014/main" id="{905CA232-9C71-0151-8BDA-5607C58736B1}"/>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13633"/>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キースライド">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41CCD10E-6D1B-C58D-EBC8-CB761B1922D1}"/>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sp>
        <p:nvSpPr>
          <p:cNvPr id="2" name="フレーム 1">
            <a:extLst>
              <a:ext uri="{FF2B5EF4-FFF2-40B4-BE49-F238E27FC236}">
                <a16:creationId xmlns:a16="http://schemas.microsoft.com/office/drawing/2014/main" id="{B818BD0A-C1DD-EB2E-1350-A0CDBEA4D7F6}"/>
              </a:ext>
            </a:extLst>
          </p:cNvPr>
          <p:cNvSpPr/>
          <p:nvPr userDrawn="1"/>
        </p:nvSpPr>
        <p:spPr>
          <a:xfrm>
            <a:off x="0" y="0"/>
            <a:ext cx="12192000" cy="6858000"/>
          </a:xfrm>
          <a:prstGeom prst="frame">
            <a:avLst>
              <a:gd name="adj1" fmla="val 120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4" name="直線コネクタ 3">
            <a:extLst>
              <a:ext uri="{FF2B5EF4-FFF2-40B4-BE49-F238E27FC236}">
                <a16:creationId xmlns:a16="http://schemas.microsoft.com/office/drawing/2014/main" id="{BF95697D-A8FF-B2A3-2CE3-329D52B30C00}"/>
              </a:ext>
            </a:extLst>
          </p:cNvPr>
          <p:cNvCxnSpPr>
            <a:cxnSpLocks/>
          </p:cNvCxnSpPr>
          <p:nvPr userDrawn="1"/>
        </p:nvCxnSpPr>
        <p:spPr>
          <a:xfrm>
            <a:off x="11531600" y="6610350"/>
            <a:ext cx="0" cy="24765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テキスト プレースホルダー 8">
            <a:extLst>
              <a:ext uri="{FF2B5EF4-FFF2-40B4-BE49-F238E27FC236}">
                <a16:creationId xmlns:a16="http://schemas.microsoft.com/office/drawing/2014/main" id="{5CCC478E-A8C8-9101-0674-4E6D23C2F289}"/>
              </a:ext>
            </a:extLst>
          </p:cNvPr>
          <p:cNvSpPr>
            <a:spLocks noGrp="1"/>
          </p:cNvSpPr>
          <p:nvPr>
            <p:ph type="body" sz="quarter" idx="13" hasCustomPrompt="1"/>
          </p:nvPr>
        </p:nvSpPr>
        <p:spPr>
          <a:xfrm>
            <a:off x="336731" y="3235101"/>
            <a:ext cx="11520307" cy="387798"/>
          </a:xfrm>
          <a:prstGeom prst="rect">
            <a:avLst/>
          </a:prstGeom>
        </p:spPr>
        <p:txBody>
          <a:bodyPr lIns="0" tIns="0" rIns="0" bIns="0" anchor="ctr" anchorCtr="1">
            <a:sp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kumimoji="1" lang="ja-JP" altLang="en-US" dirty="0"/>
              <a:t>キーメッセージ</a:t>
            </a:r>
          </a:p>
        </p:txBody>
      </p:sp>
    </p:spTree>
    <p:extLst>
      <p:ext uri="{BB962C8B-B14F-4D97-AF65-F5344CB8AC3E}">
        <p14:creationId xmlns:p14="http://schemas.microsoft.com/office/powerpoint/2010/main" val="2843868937"/>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451F8-FACD-BC7C-CD2F-8BB58E050BDE}"/>
              </a:ext>
            </a:extLst>
          </p:cNvPr>
          <p:cNvSpPr>
            <a:spLocks noGrp="1"/>
          </p:cNvSpPr>
          <p:nvPr>
            <p:ph type="title" hasCustomPrompt="1"/>
          </p:nvPr>
        </p:nvSpPr>
        <p:spPr>
          <a:xfrm>
            <a:off x="793750" y="3086260"/>
            <a:ext cx="7451292" cy="738664"/>
          </a:xfrm>
          <a:prstGeom prst="rect">
            <a:avLst/>
          </a:prstGeom>
        </p:spPr>
        <p:txBody>
          <a:bodyPr wrap="square" lIns="0" tIns="0" rIns="0" bIns="0" anchor="t">
            <a:spAutoFit/>
          </a:bodyPr>
          <a:lstStyle>
            <a:lvl1pPr>
              <a:lnSpc>
                <a:spcPct val="100000"/>
              </a:lnSpc>
              <a:defRPr sz="4800"/>
            </a:lvl1pPr>
          </a:lstStyle>
          <a:p>
            <a:r>
              <a:rPr kumimoji="1" lang="ja-JP" altLang="en-US" dirty="0"/>
              <a:t>章タイトル</a:t>
            </a:r>
          </a:p>
        </p:txBody>
      </p:sp>
      <p:sp>
        <p:nvSpPr>
          <p:cNvPr id="3" name="テキスト プレースホルダー 2">
            <a:extLst>
              <a:ext uri="{FF2B5EF4-FFF2-40B4-BE49-F238E27FC236}">
                <a16:creationId xmlns:a16="http://schemas.microsoft.com/office/drawing/2014/main" id="{29C14408-5C96-D710-E687-AC9D4BBCD19B}"/>
              </a:ext>
            </a:extLst>
          </p:cNvPr>
          <p:cNvSpPr>
            <a:spLocks noGrp="1"/>
          </p:cNvSpPr>
          <p:nvPr>
            <p:ph type="body" idx="1" hasCustomPrompt="1"/>
          </p:nvPr>
        </p:nvSpPr>
        <p:spPr>
          <a:xfrm>
            <a:off x="831850" y="2594413"/>
            <a:ext cx="7397750" cy="276999"/>
          </a:xfrm>
          <a:prstGeom prst="rect">
            <a:avLst/>
          </a:prstGeom>
        </p:spPr>
        <p:txBody>
          <a:bodyPr wrap="square" lIns="0" tIns="0" rIns="0" bIns="0" anchor="ctr">
            <a:spAutoFit/>
          </a:bodyPr>
          <a:lstStyle>
            <a:lvl1pPr marL="0" indent="0">
              <a:lnSpc>
                <a:spcPct val="100000"/>
              </a:lnSpc>
              <a:buNone/>
              <a:defRPr sz="1800">
                <a:solidFill>
                  <a:schemeClr val="tx1">
                    <a:tint val="75000"/>
                  </a:schemeClr>
                </a:solidFill>
                <a:latin typeface="Yu Gothic UI" panose="020B0500000000000000" pitchFamily="50" charset="-128"/>
                <a:ea typeface="Yu Gothic UI" panose="020B0500000000000000"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a:t>章番号</a:t>
            </a:r>
          </a:p>
        </p:txBody>
      </p:sp>
      <p:sp>
        <p:nvSpPr>
          <p:cNvPr id="6" name="スライド番号プレースホルダー 5">
            <a:extLst>
              <a:ext uri="{FF2B5EF4-FFF2-40B4-BE49-F238E27FC236}">
                <a16:creationId xmlns:a16="http://schemas.microsoft.com/office/drawing/2014/main" id="{1A642D2F-948C-D83B-7AB2-D6EB6AEF4C84}"/>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11" name="直線コネクタ 10">
            <a:extLst>
              <a:ext uri="{FF2B5EF4-FFF2-40B4-BE49-F238E27FC236}">
                <a16:creationId xmlns:a16="http://schemas.microsoft.com/office/drawing/2014/main" id="{ECC045BD-2B19-4D9C-5901-5FF2ABD12B32}"/>
              </a:ext>
            </a:extLst>
          </p:cNvPr>
          <p:cNvCxnSpPr>
            <a:cxnSpLocks/>
          </p:cNvCxnSpPr>
          <p:nvPr userDrawn="1"/>
        </p:nvCxnSpPr>
        <p:spPr>
          <a:xfrm flipH="1">
            <a:off x="0" y="2714171"/>
            <a:ext cx="60234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AB63676-FB08-8574-20E3-68AB8ABE9717}"/>
              </a:ext>
            </a:extLst>
          </p:cNvPr>
          <p:cNvCxnSpPr>
            <a:cxnSpLocks/>
          </p:cNvCxnSpPr>
          <p:nvPr userDrawn="1"/>
        </p:nvCxnSpPr>
        <p:spPr>
          <a:xfrm>
            <a:off x="215900" y="215900"/>
            <a:ext cx="0" cy="21717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7BFB5998-CD4C-4167-1FEE-83CF4162E550}"/>
              </a:ext>
            </a:extLst>
          </p:cNvPr>
          <p:cNvCxnSpPr>
            <a:cxnSpLocks/>
          </p:cNvCxnSpPr>
          <p:nvPr userDrawn="1"/>
        </p:nvCxnSpPr>
        <p:spPr>
          <a:xfrm>
            <a:off x="215900" y="3086260"/>
            <a:ext cx="0" cy="322405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BD29E1F7-54D6-8B90-3607-93B466B77570}"/>
              </a:ext>
            </a:extLst>
          </p:cNvPr>
          <p:cNvCxnSpPr>
            <a:cxnSpLocks/>
          </p:cNvCxnSpPr>
          <p:nvPr userDrawn="1"/>
        </p:nvCxnSpPr>
        <p:spPr>
          <a:xfrm>
            <a:off x="11974022" y="215900"/>
            <a:ext cx="0" cy="609441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2304FCE-0648-4D17-E2BA-A7F8172E57C1}"/>
              </a:ext>
            </a:extLst>
          </p:cNvPr>
          <p:cNvCxnSpPr>
            <a:cxnSpLocks/>
          </p:cNvCxnSpPr>
          <p:nvPr userDrawn="1"/>
        </p:nvCxnSpPr>
        <p:spPr>
          <a:xfrm flipH="1">
            <a:off x="215900" y="215900"/>
            <a:ext cx="11758122"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427F7ED-3DF7-EFD8-FEF3-BF94872EC61C}"/>
              </a:ext>
            </a:extLst>
          </p:cNvPr>
          <p:cNvCxnSpPr>
            <a:cxnSpLocks/>
          </p:cNvCxnSpPr>
          <p:nvPr userDrawn="1"/>
        </p:nvCxnSpPr>
        <p:spPr>
          <a:xfrm flipH="1">
            <a:off x="215900" y="6310312"/>
            <a:ext cx="11766368"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838486"/>
      </p:ext>
    </p:extLst>
  </p:cSld>
  <p:clrMapOvr>
    <a:masterClrMapping/>
  </p:clrMapOvr>
  <p:extLst>
    <p:ext uri="{DCECCB84-F9BA-43D5-87BE-67443E8EF086}">
      <p15:sldGuideLst xmlns:p15="http://schemas.microsoft.com/office/powerpoint/2012/main">
        <p15:guide id="1" pos="57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9AEF266-4BCF-1F54-D237-2C4CEA31D82C}"/>
              </a:ext>
            </a:extLst>
          </p:cNvPr>
          <p:cNvSpPr>
            <a:spLocks noGrp="1"/>
          </p:cNvSpPr>
          <p:nvPr>
            <p:ph type="sldNum" sz="quarter" idx="12"/>
          </p:nvPr>
        </p:nvSpPr>
        <p:spPr/>
        <p:txBody>
          <a:bodyPr/>
          <a:lstStyle/>
          <a:p>
            <a:fld id="{3B09FD7E-EA79-4AC9-B47C-47EE1A48B026}" type="slidenum">
              <a:rPr kumimoji="1" lang="ja-JP" altLang="en-US" smtClean="0"/>
              <a:t>‹#›</a:t>
            </a:fld>
            <a:endParaRPr kumimoji="1" lang="ja-JP" altLang="en-US"/>
          </a:p>
        </p:txBody>
      </p:sp>
      <p:cxnSp>
        <p:nvCxnSpPr>
          <p:cNvPr id="2" name="直線コネクタ 1">
            <a:extLst>
              <a:ext uri="{FF2B5EF4-FFF2-40B4-BE49-F238E27FC236}">
                <a16:creationId xmlns:a16="http://schemas.microsoft.com/office/drawing/2014/main" id="{29045ED0-745F-3DF3-A1FB-BDE3CC323008}"/>
              </a:ext>
            </a:extLst>
          </p:cNvPr>
          <p:cNvCxnSpPr>
            <a:cxnSpLocks/>
          </p:cNvCxnSpPr>
          <p:nvPr userDrawn="1"/>
        </p:nvCxnSpPr>
        <p:spPr>
          <a:xfrm>
            <a:off x="11531600" y="6610350"/>
            <a:ext cx="0" cy="2476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123655"/>
      </p:ext>
    </p:extLst>
  </p:cSld>
  <p:clrMapOvr>
    <a:masterClrMapping/>
  </p:clrMapOvr>
  <p:extLst>
    <p:ext uri="{DCECCB84-F9BA-43D5-87BE-67443E8EF086}">
      <p15:sldGuideLst xmlns:p15="http://schemas.microsoft.com/office/powerpoint/2012/main">
        <p15:guide id="1" pos="211" userDrawn="1">
          <p15:clr>
            <a:srgbClr val="9FCC3B"/>
          </p15:clr>
        </p15:guide>
        <p15:guide id="2" pos="7469" userDrawn="1">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フッターなし">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186"/>
      </p:ext>
    </p:extLst>
  </p:cSld>
  <p:clrMapOvr>
    <a:masterClrMapping/>
  </p:clrMapOvr>
  <p:extLst>
    <p:ext uri="{DCECCB84-F9BA-43D5-87BE-67443E8EF086}">
      <p15:sldGuideLst xmlns:p15="http://schemas.microsoft.com/office/powerpoint/2012/main">
        <p15:guide id="1" pos="211">
          <p15:clr>
            <a:srgbClr val="9FCC3B"/>
          </p15:clr>
        </p15:guide>
        <p15:guide id="2" pos="7469">
          <p15:clr>
            <a:srgbClr val="9FCC3B"/>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520B5FD-BCB9-8889-78A1-4AAADA443460}"/>
              </a:ext>
            </a:extLst>
          </p:cNvPr>
          <p:cNvGraphicFramePr>
            <a:graphicFrameLocks/>
          </p:cNvGraphicFramePr>
          <p:nvPr userDrawn="1">
            <p:custDataLst>
              <p:tags r:id="rId10"/>
            </p:custDataLst>
            <p:extLst>
              <p:ext uri="{D42A27DB-BD31-4B8C-83A1-F6EECF244321}">
                <p14:modId xmlns:p14="http://schemas.microsoft.com/office/powerpoint/2010/main" val="27036023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1" imgW="404" imgH="405" progId="TCLayout.ActiveDocument.1">
                  <p:embed/>
                </p:oleObj>
              </mc:Choice>
              <mc:Fallback>
                <p:oleObj name="think-cellスライド" r:id="rId11" imgW="404" imgH="405" progId="TCLayout.ActiveDocument.1">
                  <p:embed/>
                  <p:pic>
                    <p:nvPicPr>
                      <p:cNvPr id="2" name="think-cell data - do not delete" hidden="1">
                        <a:extLst>
                          <a:ext uri="{FF2B5EF4-FFF2-40B4-BE49-F238E27FC236}">
                            <a16:creationId xmlns:a16="http://schemas.microsoft.com/office/drawing/2014/main" id="{5520B5FD-BCB9-8889-78A1-4AAADA443460}"/>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EB4CEB82-0F9D-28B2-8553-47E29A29AE8B}"/>
              </a:ext>
            </a:extLst>
          </p:cNvPr>
          <p:cNvSpPr>
            <a:spLocks noGrp="1"/>
          </p:cNvSpPr>
          <p:nvPr>
            <p:ph type="sldNum" sz="quarter" idx="4"/>
          </p:nvPr>
        </p:nvSpPr>
        <p:spPr>
          <a:xfrm>
            <a:off x="11642635" y="6581774"/>
            <a:ext cx="425268" cy="228600"/>
          </a:xfrm>
          <a:prstGeom prst="rect">
            <a:avLst/>
          </a:prstGeom>
        </p:spPr>
        <p:txBody>
          <a:bodyPr vert="horz" lIns="0" tIns="0" rIns="0" bIns="0" rtlCol="0" anchor="ctr"/>
          <a:lstStyle>
            <a:lvl1pPr algn="ctr">
              <a:defRPr sz="900">
                <a:solidFill>
                  <a:schemeClr val="tx1">
                    <a:lumMod val="50000"/>
                    <a:lumOff val="50000"/>
                  </a:schemeClr>
                </a:solidFill>
                <a:latin typeface="Yu Gothic UI" panose="020B0500000000000000" pitchFamily="50" charset="-128"/>
                <a:ea typeface="Yu Gothic UI" panose="020B0500000000000000" pitchFamily="50" charset="-128"/>
              </a:defRPr>
            </a:lvl1pPr>
          </a:lstStyle>
          <a:p>
            <a:fld id="{3B09FD7E-EA79-4AC9-B47C-47EE1A48B026}" type="slidenum">
              <a:rPr lang="ja-JP" altLang="en-US" smtClean="0"/>
              <a:pPr/>
              <a:t>‹#›</a:t>
            </a:fld>
            <a:endParaRPr lang="ja-JP" altLang="en-US"/>
          </a:p>
        </p:txBody>
      </p:sp>
    </p:spTree>
    <p:extLst>
      <p:ext uri="{BB962C8B-B14F-4D97-AF65-F5344CB8AC3E}">
        <p14:creationId xmlns:p14="http://schemas.microsoft.com/office/powerpoint/2010/main" val="286631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4" r:id="rId4"/>
    <p:sldLayoutId id="2147483656" r:id="rId5"/>
    <p:sldLayoutId id="2147483651" r:id="rId6"/>
    <p:sldLayoutId id="2147483655" r:id="rId7"/>
    <p:sldLayoutId id="2147483658" r:id="rId8"/>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chart" Target="../charts/chart1.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image" Target="../media/image1.emf"/><Relationship Id="rId2" Type="http://schemas.openxmlformats.org/officeDocument/2006/relationships/tags" Target="../tags/tag6.xml"/><Relationship Id="rId16" Type="http://schemas.openxmlformats.org/officeDocument/2006/relationships/oleObject" Target="../embeddings/oleObject4.bin"/><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slideLayout" Target="../slideLayouts/slideLayout3.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s>
</file>

<file path=ppt/slides/_rels/slide7.xml.rels><?xml version="1.0" encoding="UTF-8" standalone="yes"?>
<Relationships xmlns="http://schemas.openxmlformats.org/package/2006/relationships"><Relationship Id="rId13" Type="http://schemas.openxmlformats.org/officeDocument/2006/relationships/tags" Target="../tags/tag31.xml"/><Relationship Id="rId18" Type="http://schemas.openxmlformats.org/officeDocument/2006/relationships/tags" Target="../tags/tag36.xml"/><Relationship Id="rId26" Type="http://schemas.openxmlformats.org/officeDocument/2006/relationships/tags" Target="../tags/tag44.xml"/><Relationship Id="rId21" Type="http://schemas.openxmlformats.org/officeDocument/2006/relationships/tags" Target="../tags/tag39.xml"/><Relationship Id="rId34" Type="http://schemas.openxmlformats.org/officeDocument/2006/relationships/notesSlide" Target="../notesSlides/notesSlide2.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tags" Target="../tags/tag35.xml"/><Relationship Id="rId25" Type="http://schemas.openxmlformats.org/officeDocument/2006/relationships/tags" Target="../tags/tag43.xml"/><Relationship Id="rId33" Type="http://schemas.openxmlformats.org/officeDocument/2006/relationships/slideLayout" Target="../slideLayouts/slideLayout3.xml"/><Relationship Id="rId38" Type="http://schemas.openxmlformats.org/officeDocument/2006/relationships/chart" Target="../charts/chart3.xml"/><Relationship Id="rId2" Type="http://schemas.openxmlformats.org/officeDocument/2006/relationships/tags" Target="../tags/tag20.xml"/><Relationship Id="rId16" Type="http://schemas.openxmlformats.org/officeDocument/2006/relationships/tags" Target="../tags/tag34.xml"/><Relationship Id="rId20" Type="http://schemas.openxmlformats.org/officeDocument/2006/relationships/tags" Target="../tags/tag38.xml"/><Relationship Id="rId29" Type="http://schemas.openxmlformats.org/officeDocument/2006/relationships/tags" Target="../tags/tag47.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24" Type="http://schemas.openxmlformats.org/officeDocument/2006/relationships/tags" Target="../tags/tag42.xml"/><Relationship Id="rId32" Type="http://schemas.openxmlformats.org/officeDocument/2006/relationships/tags" Target="../tags/tag50.xml"/><Relationship Id="rId37" Type="http://schemas.openxmlformats.org/officeDocument/2006/relationships/chart" Target="../charts/chart2.xml"/><Relationship Id="rId5" Type="http://schemas.openxmlformats.org/officeDocument/2006/relationships/tags" Target="../tags/tag23.xml"/><Relationship Id="rId15" Type="http://schemas.openxmlformats.org/officeDocument/2006/relationships/tags" Target="../tags/tag33.xml"/><Relationship Id="rId23" Type="http://schemas.openxmlformats.org/officeDocument/2006/relationships/tags" Target="../tags/tag41.xml"/><Relationship Id="rId28" Type="http://schemas.openxmlformats.org/officeDocument/2006/relationships/tags" Target="../tags/tag46.xml"/><Relationship Id="rId36" Type="http://schemas.openxmlformats.org/officeDocument/2006/relationships/image" Target="../media/image1.emf"/><Relationship Id="rId10" Type="http://schemas.openxmlformats.org/officeDocument/2006/relationships/tags" Target="../tags/tag28.xml"/><Relationship Id="rId19" Type="http://schemas.openxmlformats.org/officeDocument/2006/relationships/tags" Target="../tags/tag37.xml"/><Relationship Id="rId31" Type="http://schemas.openxmlformats.org/officeDocument/2006/relationships/tags" Target="../tags/tag49.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 Id="rId22" Type="http://schemas.openxmlformats.org/officeDocument/2006/relationships/tags" Target="../tags/tag40.xml"/><Relationship Id="rId27" Type="http://schemas.openxmlformats.org/officeDocument/2006/relationships/tags" Target="../tags/tag45.xml"/><Relationship Id="rId30" Type="http://schemas.openxmlformats.org/officeDocument/2006/relationships/tags" Target="../tags/tag48.xml"/><Relationship Id="rId35" Type="http://schemas.openxmlformats.org/officeDocument/2006/relationships/oleObject" Target="../embeddings/oleObject5.bin"/><Relationship Id="rId8" Type="http://schemas.openxmlformats.org/officeDocument/2006/relationships/tags" Target="../tags/tag26.xml"/><Relationship Id="rId3" Type="http://schemas.openxmlformats.org/officeDocument/2006/relationships/tags" Target="../tags/tag21.xml"/></Relationships>
</file>

<file path=ppt/slides/_rels/slide8.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notesSlide" Target="../notesSlides/notesSlide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slideLayout" Target="../slideLayouts/slideLayout3.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chart" Target="../charts/chart4.xm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image" Target="../media/image1.emf"/><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tags" Target="../tags/tag87.xml"/><Relationship Id="rId3" Type="http://schemas.openxmlformats.org/officeDocument/2006/relationships/tags" Target="../tags/tag72.xml"/><Relationship Id="rId21" Type="http://schemas.openxmlformats.org/officeDocument/2006/relationships/notesSlide" Target="../notesSlides/notesSlide4.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slideLayout" Target="../slideLayouts/slideLayout3.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24" Type="http://schemas.openxmlformats.org/officeDocument/2006/relationships/chart" Target="../charts/chart5.xml"/><Relationship Id="rId5" Type="http://schemas.openxmlformats.org/officeDocument/2006/relationships/tags" Target="../tags/tag74.xml"/><Relationship Id="rId15" Type="http://schemas.openxmlformats.org/officeDocument/2006/relationships/tags" Target="../tags/tag84.xml"/><Relationship Id="rId23" Type="http://schemas.openxmlformats.org/officeDocument/2006/relationships/image" Target="../media/image1.emf"/><Relationship Id="rId10" Type="http://schemas.openxmlformats.org/officeDocument/2006/relationships/tags" Target="../tags/tag79.xml"/><Relationship Id="rId19" Type="http://schemas.openxmlformats.org/officeDocument/2006/relationships/tags" Target="../tags/tag88.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26" Type="http://schemas.openxmlformats.org/officeDocument/2006/relationships/tags" Target="../tags/tag114.xml"/><Relationship Id="rId21" Type="http://schemas.openxmlformats.org/officeDocument/2006/relationships/tags" Target="../tags/tag109.xml"/><Relationship Id="rId42" Type="http://schemas.openxmlformats.org/officeDocument/2006/relationships/tags" Target="../tags/tag130.xml"/><Relationship Id="rId47" Type="http://schemas.openxmlformats.org/officeDocument/2006/relationships/tags" Target="../tags/tag135.xml"/><Relationship Id="rId63" Type="http://schemas.openxmlformats.org/officeDocument/2006/relationships/tags" Target="../tags/tag151.xml"/><Relationship Id="rId68" Type="http://schemas.openxmlformats.org/officeDocument/2006/relationships/notesSlide" Target="../notesSlides/notesSlide5.xml"/><Relationship Id="rId7" Type="http://schemas.openxmlformats.org/officeDocument/2006/relationships/tags" Target="../tags/tag95.xml"/><Relationship Id="rId71" Type="http://schemas.openxmlformats.org/officeDocument/2006/relationships/chart" Target="../charts/chart6.xml"/><Relationship Id="rId2" Type="http://schemas.openxmlformats.org/officeDocument/2006/relationships/tags" Target="../tags/tag90.xml"/><Relationship Id="rId16" Type="http://schemas.openxmlformats.org/officeDocument/2006/relationships/tags" Target="../tags/tag104.xml"/><Relationship Id="rId29" Type="http://schemas.openxmlformats.org/officeDocument/2006/relationships/tags" Target="../tags/tag117.xml"/><Relationship Id="rId11" Type="http://schemas.openxmlformats.org/officeDocument/2006/relationships/tags" Target="../tags/tag99.xml"/><Relationship Id="rId24" Type="http://schemas.openxmlformats.org/officeDocument/2006/relationships/tags" Target="../tags/tag112.xml"/><Relationship Id="rId32" Type="http://schemas.openxmlformats.org/officeDocument/2006/relationships/tags" Target="../tags/tag120.xml"/><Relationship Id="rId37" Type="http://schemas.openxmlformats.org/officeDocument/2006/relationships/tags" Target="../tags/tag125.xml"/><Relationship Id="rId40" Type="http://schemas.openxmlformats.org/officeDocument/2006/relationships/tags" Target="../tags/tag128.xml"/><Relationship Id="rId45" Type="http://schemas.openxmlformats.org/officeDocument/2006/relationships/tags" Target="../tags/tag133.xml"/><Relationship Id="rId53" Type="http://schemas.openxmlformats.org/officeDocument/2006/relationships/tags" Target="../tags/tag141.xml"/><Relationship Id="rId58" Type="http://schemas.openxmlformats.org/officeDocument/2006/relationships/tags" Target="../tags/tag146.xml"/><Relationship Id="rId66" Type="http://schemas.openxmlformats.org/officeDocument/2006/relationships/tags" Target="../tags/tag154.xml"/><Relationship Id="rId5" Type="http://schemas.openxmlformats.org/officeDocument/2006/relationships/tags" Target="../tags/tag93.xml"/><Relationship Id="rId61" Type="http://schemas.openxmlformats.org/officeDocument/2006/relationships/tags" Target="../tags/tag149.xml"/><Relationship Id="rId19" Type="http://schemas.openxmlformats.org/officeDocument/2006/relationships/tags" Target="../tags/tag107.xml"/><Relationship Id="rId14" Type="http://schemas.openxmlformats.org/officeDocument/2006/relationships/tags" Target="../tags/tag102.xml"/><Relationship Id="rId22" Type="http://schemas.openxmlformats.org/officeDocument/2006/relationships/tags" Target="../tags/tag110.xml"/><Relationship Id="rId27" Type="http://schemas.openxmlformats.org/officeDocument/2006/relationships/tags" Target="../tags/tag115.xml"/><Relationship Id="rId30" Type="http://schemas.openxmlformats.org/officeDocument/2006/relationships/tags" Target="../tags/tag118.xml"/><Relationship Id="rId35" Type="http://schemas.openxmlformats.org/officeDocument/2006/relationships/tags" Target="../tags/tag123.xml"/><Relationship Id="rId43" Type="http://schemas.openxmlformats.org/officeDocument/2006/relationships/tags" Target="../tags/tag131.xml"/><Relationship Id="rId48" Type="http://schemas.openxmlformats.org/officeDocument/2006/relationships/tags" Target="../tags/tag136.xml"/><Relationship Id="rId56" Type="http://schemas.openxmlformats.org/officeDocument/2006/relationships/tags" Target="../tags/tag144.xml"/><Relationship Id="rId64" Type="http://schemas.openxmlformats.org/officeDocument/2006/relationships/tags" Target="../tags/tag152.xml"/><Relationship Id="rId69" Type="http://schemas.openxmlformats.org/officeDocument/2006/relationships/oleObject" Target="../embeddings/oleObject8.bin"/><Relationship Id="rId8" Type="http://schemas.openxmlformats.org/officeDocument/2006/relationships/tags" Target="../tags/tag96.xml"/><Relationship Id="rId51" Type="http://schemas.openxmlformats.org/officeDocument/2006/relationships/tags" Target="../tags/tag139.xml"/><Relationship Id="rId3" Type="http://schemas.openxmlformats.org/officeDocument/2006/relationships/tags" Target="../tags/tag91.xml"/><Relationship Id="rId12" Type="http://schemas.openxmlformats.org/officeDocument/2006/relationships/tags" Target="../tags/tag100.xml"/><Relationship Id="rId17" Type="http://schemas.openxmlformats.org/officeDocument/2006/relationships/tags" Target="../tags/tag105.xml"/><Relationship Id="rId25" Type="http://schemas.openxmlformats.org/officeDocument/2006/relationships/tags" Target="../tags/tag113.xml"/><Relationship Id="rId33" Type="http://schemas.openxmlformats.org/officeDocument/2006/relationships/tags" Target="../tags/tag121.xml"/><Relationship Id="rId38" Type="http://schemas.openxmlformats.org/officeDocument/2006/relationships/tags" Target="../tags/tag126.xml"/><Relationship Id="rId46" Type="http://schemas.openxmlformats.org/officeDocument/2006/relationships/tags" Target="../tags/tag134.xml"/><Relationship Id="rId59" Type="http://schemas.openxmlformats.org/officeDocument/2006/relationships/tags" Target="../tags/tag147.xml"/><Relationship Id="rId67" Type="http://schemas.openxmlformats.org/officeDocument/2006/relationships/slideLayout" Target="../slideLayouts/slideLayout3.xml"/><Relationship Id="rId20" Type="http://schemas.openxmlformats.org/officeDocument/2006/relationships/tags" Target="../tags/tag108.xml"/><Relationship Id="rId41" Type="http://schemas.openxmlformats.org/officeDocument/2006/relationships/tags" Target="../tags/tag129.xml"/><Relationship Id="rId54" Type="http://schemas.openxmlformats.org/officeDocument/2006/relationships/tags" Target="../tags/tag142.xml"/><Relationship Id="rId62" Type="http://schemas.openxmlformats.org/officeDocument/2006/relationships/tags" Target="../tags/tag150.xml"/><Relationship Id="rId70" Type="http://schemas.openxmlformats.org/officeDocument/2006/relationships/image" Target="../media/image1.emf"/><Relationship Id="rId1" Type="http://schemas.openxmlformats.org/officeDocument/2006/relationships/tags" Target="../tags/tag89.xml"/><Relationship Id="rId6" Type="http://schemas.openxmlformats.org/officeDocument/2006/relationships/tags" Target="../tags/tag94.xml"/><Relationship Id="rId15" Type="http://schemas.openxmlformats.org/officeDocument/2006/relationships/tags" Target="../tags/tag103.xml"/><Relationship Id="rId23" Type="http://schemas.openxmlformats.org/officeDocument/2006/relationships/tags" Target="../tags/tag111.xml"/><Relationship Id="rId28" Type="http://schemas.openxmlformats.org/officeDocument/2006/relationships/tags" Target="../tags/tag116.xml"/><Relationship Id="rId36" Type="http://schemas.openxmlformats.org/officeDocument/2006/relationships/tags" Target="../tags/tag124.xml"/><Relationship Id="rId49" Type="http://schemas.openxmlformats.org/officeDocument/2006/relationships/tags" Target="../tags/tag137.xml"/><Relationship Id="rId57" Type="http://schemas.openxmlformats.org/officeDocument/2006/relationships/tags" Target="../tags/tag145.xml"/><Relationship Id="rId10" Type="http://schemas.openxmlformats.org/officeDocument/2006/relationships/tags" Target="../tags/tag98.xml"/><Relationship Id="rId31" Type="http://schemas.openxmlformats.org/officeDocument/2006/relationships/tags" Target="../tags/tag119.xml"/><Relationship Id="rId44" Type="http://schemas.openxmlformats.org/officeDocument/2006/relationships/tags" Target="../tags/tag132.xml"/><Relationship Id="rId52" Type="http://schemas.openxmlformats.org/officeDocument/2006/relationships/tags" Target="../tags/tag140.xml"/><Relationship Id="rId60" Type="http://schemas.openxmlformats.org/officeDocument/2006/relationships/tags" Target="../tags/tag148.xml"/><Relationship Id="rId65" Type="http://schemas.openxmlformats.org/officeDocument/2006/relationships/tags" Target="../tags/tag153.xml"/><Relationship Id="rId4" Type="http://schemas.openxmlformats.org/officeDocument/2006/relationships/tags" Target="../tags/tag92.xml"/><Relationship Id="rId9" Type="http://schemas.openxmlformats.org/officeDocument/2006/relationships/tags" Target="../tags/tag97.xml"/><Relationship Id="rId13" Type="http://schemas.openxmlformats.org/officeDocument/2006/relationships/tags" Target="../tags/tag101.xml"/><Relationship Id="rId18" Type="http://schemas.openxmlformats.org/officeDocument/2006/relationships/tags" Target="../tags/tag106.xml"/><Relationship Id="rId39" Type="http://schemas.openxmlformats.org/officeDocument/2006/relationships/tags" Target="../tags/tag127.xml"/><Relationship Id="rId34" Type="http://schemas.openxmlformats.org/officeDocument/2006/relationships/tags" Target="../tags/tag122.xml"/><Relationship Id="rId50" Type="http://schemas.openxmlformats.org/officeDocument/2006/relationships/tags" Target="../tags/tag138.xml"/><Relationship Id="rId55" Type="http://schemas.openxmlformats.org/officeDocument/2006/relationships/tags" Target="../tags/tag143.xml"/></Relationships>
</file>

<file path=ppt/slides/_rels/slide11.xml.rels><?xml version="1.0" encoding="UTF-8" standalone="yes"?>
<Relationships xmlns="http://schemas.openxmlformats.org/package/2006/relationships"><Relationship Id="rId13" Type="http://schemas.openxmlformats.org/officeDocument/2006/relationships/tags" Target="../tags/tag167.xml"/><Relationship Id="rId18" Type="http://schemas.openxmlformats.org/officeDocument/2006/relationships/tags" Target="../tags/tag172.xml"/><Relationship Id="rId26" Type="http://schemas.openxmlformats.org/officeDocument/2006/relationships/tags" Target="../tags/tag180.xml"/><Relationship Id="rId39" Type="http://schemas.openxmlformats.org/officeDocument/2006/relationships/tags" Target="../tags/tag193.xml"/><Relationship Id="rId21" Type="http://schemas.openxmlformats.org/officeDocument/2006/relationships/tags" Target="../tags/tag175.xml"/><Relationship Id="rId34" Type="http://schemas.openxmlformats.org/officeDocument/2006/relationships/tags" Target="../tags/tag188.xml"/><Relationship Id="rId42" Type="http://schemas.openxmlformats.org/officeDocument/2006/relationships/oleObject" Target="../embeddings/oleObject9.bin"/><Relationship Id="rId7" Type="http://schemas.openxmlformats.org/officeDocument/2006/relationships/tags" Target="../tags/tag161.xml"/><Relationship Id="rId2" Type="http://schemas.openxmlformats.org/officeDocument/2006/relationships/tags" Target="../tags/tag156.xml"/><Relationship Id="rId16" Type="http://schemas.openxmlformats.org/officeDocument/2006/relationships/tags" Target="../tags/tag170.xml"/><Relationship Id="rId20" Type="http://schemas.openxmlformats.org/officeDocument/2006/relationships/tags" Target="../tags/tag174.xml"/><Relationship Id="rId29" Type="http://schemas.openxmlformats.org/officeDocument/2006/relationships/tags" Target="../tags/tag183.xml"/><Relationship Id="rId41" Type="http://schemas.openxmlformats.org/officeDocument/2006/relationships/notesSlide" Target="../notesSlides/notesSlide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tags" Target="../tags/tag165.xml"/><Relationship Id="rId24" Type="http://schemas.openxmlformats.org/officeDocument/2006/relationships/tags" Target="../tags/tag178.xml"/><Relationship Id="rId32" Type="http://schemas.openxmlformats.org/officeDocument/2006/relationships/tags" Target="../tags/tag186.xml"/><Relationship Id="rId37" Type="http://schemas.openxmlformats.org/officeDocument/2006/relationships/tags" Target="../tags/tag191.xml"/><Relationship Id="rId40" Type="http://schemas.openxmlformats.org/officeDocument/2006/relationships/slideLayout" Target="../slideLayouts/slideLayout3.xml"/><Relationship Id="rId5" Type="http://schemas.openxmlformats.org/officeDocument/2006/relationships/tags" Target="../tags/tag159.xml"/><Relationship Id="rId15" Type="http://schemas.openxmlformats.org/officeDocument/2006/relationships/tags" Target="../tags/tag169.xml"/><Relationship Id="rId23" Type="http://schemas.openxmlformats.org/officeDocument/2006/relationships/tags" Target="../tags/tag177.xml"/><Relationship Id="rId28" Type="http://schemas.openxmlformats.org/officeDocument/2006/relationships/tags" Target="../tags/tag182.xml"/><Relationship Id="rId36" Type="http://schemas.openxmlformats.org/officeDocument/2006/relationships/tags" Target="../tags/tag190.xml"/><Relationship Id="rId10" Type="http://schemas.openxmlformats.org/officeDocument/2006/relationships/tags" Target="../tags/tag164.xml"/><Relationship Id="rId19" Type="http://schemas.openxmlformats.org/officeDocument/2006/relationships/tags" Target="../tags/tag173.xml"/><Relationship Id="rId31" Type="http://schemas.openxmlformats.org/officeDocument/2006/relationships/tags" Target="../tags/tag185.xml"/><Relationship Id="rId44" Type="http://schemas.openxmlformats.org/officeDocument/2006/relationships/chart" Target="../charts/chart7.xml"/><Relationship Id="rId4" Type="http://schemas.openxmlformats.org/officeDocument/2006/relationships/tags" Target="../tags/tag158.xml"/><Relationship Id="rId9" Type="http://schemas.openxmlformats.org/officeDocument/2006/relationships/tags" Target="../tags/tag163.xml"/><Relationship Id="rId14" Type="http://schemas.openxmlformats.org/officeDocument/2006/relationships/tags" Target="../tags/tag168.xml"/><Relationship Id="rId22" Type="http://schemas.openxmlformats.org/officeDocument/2006/relationships/tags" Target="../tags/tag176.xml"/><Relationship Id="rId27" Type="http://schemas.openxmlformats.org/officeDocument/2006/relationships/tags" Target="../tags/tag181.xml"/><Relationship Id="rId30" Type="http://schemas.openxmlformats.org/officeDocument/2006/relationships/tags" Target="../tags/tag184.xml"/><Relationship Id="rId35" Type="http://schemas.openxmlformats.org/officeDocument/2006/relationships/tags" Target="../tags/tag189.xml"/><Relationship Id="rId43" Type="http://schemas.openxmlformats.org/officeDocument/2006/relationships/image" Target="../media/image1.emf"/><Relationship Id="rId8" Type="http://schemas.openxmlformats.org/officeDocument/2006/relationships/tags" Target="../tags/tag162.xml"/><Relationship Id="rId3" Type="http://schemas.openxmlformats.org/officeDocument/2006/relationships/tags" Target="../tags/tag157.xml"/><Relationship Id="rId12" Type="http://schemas.openxmlformats.org/officeDocument/2006/relationships/tags" Target="../tags/tag166.xml"/><Relationship Id="rId17" Type="http://schemas.openxmlformats.org/officeDocument/2006/relationships/tags" Target="../tags/tag171.xml"/><Relationship Id="rId25" Type="http://schemas.openxmlformats.org/officeDocument/2006/relationships/tags" Target="../tags/tag179.xml"/><Relationship Id="rId33" Type="http://schemas.openxmlformats.org/officeDocument/2006/relationships/tags" Target="../tags/tag187.xml"/><Relationship Id="rId38" Type="http://schemas.openxmlformats.org/officeDocument/2006/relationships/tags" Target="../tags/tag192.xml"/></Relationships>
</file>

<file path=ppt/slides/_rels/slide12.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 Type="http://schemas.openxmlformats.org/officeDocument/2006/relationships/tags" Target="../tags/tag196.xml"/><Relationship Id="rId21" Type="http://schemas.openxmlformats.org/officeDocument/2006/relationships/tags" Target="../tags/tag214.xml"/><Relationship Id="rId34" Type="http://schemas.openxmlformats.org/officeDocument/2006/relationships/image" Target="../media/image1.emf"/><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oleObject" Target="../embeddings/oleObject10.bin"/><Relationship Id="rId2" Type="http://schemas.openxmlformats.org/officeDocument/2006/relationships/tags" Target="../tags/tag195.xml"/><Relationship Id="rId16" Type="http://schemas.openxmlformats.org/officeDocument/2006/relationships/tags" Target="../tags/tag209.xml"/><Relationship Id="rId20" Type="http://schemas.openxmlformats.org/officeDocument/2006/relationships/tags" Target="../tags/tag213.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slideLayout" Target="../slideLayouts/slideLayout3.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chart" Target="../charts/chart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chart" Target="../charts/chart8.xml"/><Relationship Id="rId8" Type="http://schemas.openxmlformats.org/officeDocument/2006/relationships/tags" Target="../tags/tag20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265D0F-CE8A-8028-9AE3-267F57757171}"/>
              </a:ext>
            </a:extLst>
          </p:cNvPr>
          <p:cNvSpPr>
            <a:spLocks noGrp="1"/>
          </p:cNvSpPr>
          <p:nvPr>
            <p:ph type="ctrTitle"/>
          </p:nvPr>
        </p:nvSpPr>
        <p:spPr>
          <a:xfrm>
            <a:off x="812799" y="2798058"/>
            <a:ext cx="8453117" cy="615553"/>
          </a:xfrm>
        </p:spPr>
        <p:txBody>
          <a:bodyPr/>
          <a:lstStyle/>
          <a:p>
            <a:r>
              <a:rPr kumimoji="1" lang="ja-JP" altLang="en-US"/>
              <a:t>修士論文　進捗報告</a:t>
            </a:r>
          </a:p>
        </p:txBody>
      </p:sp>
      <p:sp>
        <p:nvSpPr>
          <p:cNvPr id="3" name="字幕 2">
            <a:extLst>
              <a:ext uri="{FF2B5EF4-FFF2-40B4-BE49-F238E27FC236}">
                <a16:creationId xmlns:a16="http://schemas.microsoft.com/office/drawing/2014/main" id="{2D7AC68B-430D-F8E3-2702-3746B00DA528}"/>
              </a:ext>
            </a:extLst>
          </p:cNvPr>
          <p:cNvSpPr>
            <a:spLocks noGrp="1"/>
          </p:cNvSpPr>
          <p:nvPr>
            <p:ph type="subTitle" idx="1"/>
          </p:nvPr>
        </p:nvSpPr>
        <p:spPr/>
        <p:txBody>
          <a:bodyPr/>
          <a:lstStyle/>
          <a:p>
            <a:r>
              <a:rPr kumimoji="1" lang="ja-JP" altLang="en-US"/>
              <a:t>松葉 大希</a:t>
            </a:r>
          </a:p>
        </p:txBody>
      </p:sp>
      <p:sp>
        <p:nvSpPr>
          <p:cNvPr id="4" name="テキスト プレースホルダー 3">
            <a:extLst>
              <a:ext uri="{FF2B5EF4-FFF2-40B4-BE49-F238E27FC236}">
                <a16:creationId xmlns:a16="http://schemas.microsoft.com/office/drawing/2014/main" id="{586076DA-FBDC-0ABF-993E-58C6A49022D3}"/>
              </a:ext>
            </a:extLst>
          </p:cNvPr>
          <p:cNvSpPr>
            <a:spLocks noGrp="1"/>
          </p:cNvSpPr>
          <p:nvPr>
            <p:ph type="body" sz="quarter" idx="10"/>
          </p:nvPr>
        </p:nvSpPr>
        <p:spPr/>
        <p:txBody>
          <a:bodyPr/>
          <a:lstStyle/>
          <a:p>
            <a:r>
              <a:rPr kumimoji="1" lang="en-US" altLang="ja-JP" dirty="0"/>
              <a:t>2026-07-27</a:t>
            </a:r>
          </a:p>
        </p:txBody>
      </p:sp>
    </p:spTree>
    <p:extLst>
      <p:ext uri="{BB962C8B-B14F-4D97-AF65-F5344CB8AC3E}">
        <p14:creationId xmlns:p14="http://schemas.microsoft.com/office/powerpoint/2010/main" val="3407443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AE1F1-A354-139E-C8F6-3D0365B8420B}"/>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0569B684-54D0-A205-939E-821E91747E09}"/>
              </a:ext>
            </a:extLst>
          </p:cNvPr>
          <p:cNvGraphicFramePr>
            <a:graphicFrameLocks/>
          </p:cNvGraphicFramePr>
          <p:nvPr>
            <p:custDataLst>
              <p:tags r:id="rId1"/>
            </p:custDataLst>
            <p:extLst>
              <p:ext uri="{D42A27DB-BD31-4B8C-83A1-F6EECF244321}">
                <p14:modId xmlns:p14="http://schemas.microsoft.com/office/powerpoint/2010/main" val="600125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4" imgH="405" progId="TCLayout.ActiveDocument.1">
                  <p:embed/>
                </p:oleObj>
              </mc:Choice>
              <mc:Fallback>
                <p:oleObj name="think-cellスライド" r:id="rId4" imgW="404" imgH="405" progId="TCLayout.ActiveDocument.1">
                  <p:embed/>
                  <p:pic>
                    <p:nvPicPr>
                      <p:cNvPr id="16" name="think-cell data - do not delete" hidden="1">
                        <a:extLst>
                          <a:ext uri="{FF2B5EF4-FFF2-40B4-BE49-F238E27FC236}">
                            <a16:creationId xmlns:a16="http://schemas.microsoft.com/office/drawing/2014/main" id="{0569B684-54D0-A205-939E-821E91747E0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D4AEF812-8516-BA72-CD8C-7A198E0D2B41}"/>
              </a:ext>
            </a:extLst>
          </p:cNvPr>
          <p:cNvSpPr>
            <a:spLocks noGrp="1"/>
          </p:cNvSpPr>
          <p:nvPr>
            <p:ph idx="1"/>
          </p:nvPr>
        </p:nvSpPr>
        <p:spPr/>
        <p:txBody>
          <a:bodyPr/>
          <a:lstStyle/>
          <a:p>
            <a:r>
              <a:rPr lang="ja-JP" altLang="en-US" b="1" dirty="0">
                <a:latin typeface="+mn-ea"/>
              </a:rPr>
              <a:t>現在の課題</a:t>
            </a:r>
            <a:endParaRPr kumimoji="1" lang="ja-JP" altLang="en-US" b="1" dirty="0">
              <a:latin typeface="+mn-ea"/>
            </a:endParaRPr>
          </a:p>
        </p:txBody>
      </p:sp>
      <p:sp>
        <p:nvSpPr>
          <p:cNvPr id="4" name="スライド番号プレースホルダー 3">
            <a:extLst>
              <a:ext uri="{FF2B5EF4-FFF2-40B4-BE49-F238E27FC236}">
                <a16:creationId xmlns:a16="http://schemas.microsoft.com/office/drawing/2014/main" id="{FC876565-33CE-0BBC-EBEC-7E06F33F49EF}"/>
              </a:ext>
            </a:extLst>
          </p:cNvPr>
          <p:cNvSpPr>
            <a:spLocks noGrp="1"/>
          </p:cNvSpPr>
          <p:nvPr>
            <p:ph type="sldNum" sz="quarter" idx="12"/>
          </p:nvPr>
        </p:nvSpPr>
        <p:spPr>
          <a:xfrm>
            <a:off x="11642635" y="6359219"/>
            <a:ext cx="425268" cy="228600"/>
          </a:xfrm>
        </p:spPr>
        <p:txBody>
          <a:bodyPr/>
          <a:lstStyle/>
          <a:p>
            <a:fld id="{3B09FD7E-EA79-4AC9-B47C-47EE1A48B026}" type="slidenum">
              <a:rPr kumimoji="1" lang="ja-JP" altLang="en-US" smtClean="0">
                <a:latin typeface="+mn-ea"/>
                <a:ea typeface="+mn-ea"/>
              </a:rPr>
              <a:t>2</a:t>
            </a:fld>
            <a:endParaRPr kumimoji="1" lang="ja-JP" altLang="en-US">
              <a:latin typeface="+mn-ea"/>
              <a:ea typeface="+mn-ea"/>
            </a:endParaRPr>
          </a:p>
        </p:txBody>
      </p:sp>
      <p:sp>
        <p:nvSpPr>
          <p:cNvPr id="5" name="タイトル 4">
            <a:extLst>
              <a:ext uri="{FF2B5EF4-FFF2-40B4-BE49-F238E27FC236}">
                <a16:creationId xmlns:a16="http://schemas.microsoft.com/office/drawing/2014/main" id="{C2B2E865-ADE4-7BD2-D4F7-114708E3530E}"/>
              </a:ext>
            </a:extLst>
          </p:cNvPr>
          <p:cNvSpPr>
            <a:spLocks noGrp="1"/>
          </p:cNvSpPr>
          <p:nvPr>
            <p:ph type="title"/>
          </p:nvPr>
        </p:nvSpPr>
        <p:spPr>
          <a:xfrm>
            <a:off x="334963" y="270181"/>
            <a:ext cx="11522076" cy="220701"/>
          </a:xfrm>
        </p:spPr>
        <p:txBody>
          <a:bodyPr/>
          <a:lstStyle/>
          <a:p>
            <a:pPr>
              <a:lnSpc>
                <a:spcPct val="130000"/>
              </a:lnSpc>
            </a:pPr>
            <a:endParaRPr lang="en-US" altLang="ja-JP" dirty="0">
              <a:latin typeface="+mn-ea"/>
              <a:ea typeface="+mn-ea"/>
            </a:endParaRPr>
          </a:p>
        </p:txBody>
      </p:sp>
      <p:sp>
        <p:nvSpPr>
          <p:cNvPr id="18" name="スライド番号プレースホルダー 3">
            <a:extLst>
              <a:ext uri="{FF2B5EF4-FFF2-40B4-BE49-F238E27FC236}">
                <a16:creationId xmlns:a16="http://schemas.microsoft.com/office/drawing/2014/main" id="{BC43711F-1417-A1E1-91F1-F073AA57E1A5}"/>
              </a:ext>
            </a:extLst>
          </p:cNvPr>
          <p:cNvSpPr txBox="1">
            <a:spLocks/>
          </p:cNvSpPr>
          <p:nvPr/>
        </p:nvSpPr>
        <p:spPr>
          <a:xfrm>
            <a:off x="11642635" y="6359219"/>
            <a:ext cx="425268" cy="228600"/>
          </a:xfrm>
          <a:prstGeom prst="rect">
            <a:avLst/>
          </a:prstGeom>
        </p:spPr>
        <p:txBody>
          <a:bodyPr vert="horz" lIns="0" tIns="0" rIns="0" bIns="0" rtlCol="0" anchor="ctr"/>
          <a:lstStyle>
            <a:defPPr>
              <a:defRPr lang="ja-JP"/>
            </a:defPPr>
            <a:lvl1pPr marL="0" algn="ctr" defTabSz="914400" rtl="0" eaLnBrk="1" latinLnBrk="0" hangingPunct="1">
              <a:defRPr kumimoji="1" sz="900" kern="1200">
                <a:solidFill>
                  <a:schemeClr val="tx1">
                    <a:lumMod val="50000"/>
                    <a:lumOff val="50000"/>
                  </a:schemeClr>
                </a:solidFill>
                <a:latin typeface="Yu Gothic UI" panose="020B0500000000000000" pitchFamily="50" charset="-128"/>
                <a:ea typeface="Yu Gothic UI" panose="020B0500000000000000"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3B09FD7E-EA79-4AC9-B47C-47EE1A48B026}" type="slidenum">
              <a:rPr lang="ja-JP" altLang="en-US" smtClean="0">
                <a:latin typeface="+mn-ea"/>
                <a:ea typeface="+mn-ea"/>
              </a:rPr>
              <a:pPr/>
              <a:t>2</a:t>
            </a:fld>
            <a:endParaRPr lang="ja-JP" altLang="en-US">
              <a:latin typeface="+mn-ea"/>
              <a:ea typeface="+mn-ea"/>
            </a:endParaRPr>
          </a:p>
        </p:txBody>
      </p:sp>
      <p:grpSp>
        <p:nvGrpSpPr>
          <p:cNvPr id="339" name="グループ化 338">
            <a:extLst>
              <a:ext uri="{FF2B5EF4-FFF2-40B4-BE49-F238E27FC236}">
                <a16:creationId xmlns:a16="http://schemas.microsoft.com/office/drawing/2014/main" id="{EE697EB7-6879-755E-3DF2-EA5DEA5D15B9}"/>
              </a:ext>
            </a:extLst>
          </p:cNvPr>
          <p:cNvGrpSpPr/>
          <p:nvPr/>
        </p:nvGrpSpPr>
        <p:grpSpPr>
          <a:xfrm>
            <a:off x="508138" y="1213366"/>
            <a:ext cx="2298618" cy="369332"/>
            <a:chOff x="1018843" y="3495794"/>
            <a:chExt cx="2298618" cy="369332"/>
          </a:xfrm>
        </p:grpSpPr>
        <p:cxnSp>
          <p:nvCxnSpPr>
            <p:cNvPr id="340" name="直線コネクタ 339">
              <a:extLst>
                <a:ext uri="{FF2B5EF4-FFF2-40B4-BE49-F238E27FC236}">
                  <a16:creationId xmlns:a16="http://schemas.microsoft.com/office/drawing/2014/main" id="{5B445FA5-319F-3A5B-9BDD-6CF33BD632A2}"/>
                </a:ext>
              </a:extLst>
            </p:cNvPr>
            <p:cNvCxnSpPr/>
            <p:nvPr/>
          </p:nvCxnSpPr>
          <p:spPr>
            <a:xfrm>
              <a:off x="1018843" y="3509010"/>
              <a:ext cx="0" cy="34290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1" name="テキスト ボックス 340">
              <a:extLst>
                <a:ext uri="{FF2B5EF4-FFF2-40B4-BE49-F238E27FC236}">
                  <a16:creationId xmlns:a16="http://schemas.microsoft.com/office/drawing/2014/main" id="{9452B3B1-96D6-9D4A-CD60-8791B1FB89F3}"/>
                </a:ext>
              </a:extLst>
            </p:cNvPr>
            <p:cNvSpPr txBox="1"/>
            <p:nvPr/>
          </p:nvSpPr>
          <p:spPr>
            <a:xfrm>
              <a:off x="1055303" y="3495794"/>
              <a:ext cx="2262158" cy="369332"/>
            </a:xfrm>
            <a:prstGeom prst="rect">
              <a:avLst/>
            </a:prstGeom>
            <a:noFill/>
          </p:spPr>
          <p:txBody>
            <a:bodyPr wrap="none" rtlCol="0">
              <a:spAutoFit/>
            </a:bodyPr>
            <a:lstStyle/>
            <a:p>
              <a:r>
                <a:rPr lang="ja-JP" altLang="ja-JP" b="1" dirty="0">
                  <a:latin typeface="+mn-ea"/>
                </a:rPr>
                <a:t>前回までの発表内容</a:t>
              </a:r>
              <a:endParaRPr kumimoji="1" lang="ja-JP" altLang="en-US" b="1" dirty="0">
                <a:latin typeface="+mn-ea"/>
              </a:endParaRPr>
            </a:p>
          </p:txBody>
        </p:sp>
      </p:grpSp>
      <p:sp>
        <p:nvSpPr>
          <p:cNvPr id="343" name="Text 6">
            <a:extLst>
              <a:ext uri="{FF2B5EF4-FFF2-40B4-BE49-F238E27FC236}">
                <a16:creationId xmlns:a16="http://schemas.microsoft.com/office/drawing/2014/main" id="{DF4BB9E8-2A53-1C7B-150C-3DB5115DA611}"/>
              </a:ext>
            </a:extLst>
          </p:cNvPr>
          <p:cNvSpPr/>
          <p:nvPr/>
        </p:nvSpPr>
        <p:spPr>
          <a:xfrm>
            <a:off x="544598" y="1674158"/>
            <a:ext cx="11347131" cy="1454822"/>
          </a:xfrm>
          <a:prstGeom prst="rect">
            <a:avLst/>
          </a:prstGeom>
          <a:noFill/>
          <a:ln/>
        </p:spPr>
        <p:txBody>
          <a:bodyPr wrap="square" lIns="0" tIns="0" rIns="0" bIns="0" rtlCol="0" anchor="t"/>
          <a:lstStyle/>
          <a:p>
            <a:pPr marL="285750" indent="-285750">
              <a:buFont typeface="Arial" panose="020B0604020202020204" pitchFamily="34" charset="0"/>
              <a:buChar char="•"/>
            </a:pPr>
            <a:r>
              <a:rPr lang="ja-JP" altLang="en-US" dirty="0">
                <a:latin typeface="+mn-ea"/>
              </a:rPr>
              <a:t>テーマ</a:t>
            </a:r>
            <a:r>
              <a:rPr lang="en-US" altLang="ja-JP" dirty="0">
                <a:latin typeface="+mn-ea"/>
              </a:rPr>
              <a:t>: JEPX</a:t>
            </a:r>
            <a:r>
              <a:rPr lang="ja-JP" altLang="en-US" dirty="0">
                <a:latin typeface="+mn-ea"/>
              </a:rPr>
              <a:t>スポット市場における蓄電池のオプション価値算定</a:t>
            </a:r>
          </a:p>
          <a:p>
            <a:pPr marL="285750" indent="-285750">
              <a:buFont typeface="Arial" panose="020B0604020202020204" pitchFamily="34" charset="0"/>
              <a:buChar char="•"/>
            </a:pPr>
            <a:r>
              <a:rPr lang="ja-JP" altLang="en-US" dirty="0">
                <a:latin typeface="+mn-ea"/>
              </a:rPr>
              <a:t>主要な論点</a:t>
            </a:r>
            <a:r>
              <a:rPr lang="en-US" altLang="ja-JP" dirty="0">
                <a:latin typeface="+mn-ea"/>
              </a:rPr>
              <a:t>: </a:t>
            </a:r>
            <a:r>
              <a:rPr lang="ja-JP" altLang="en-US" dirty="0">
                <a:latin typeface="+mn-ea"/>
              </a:rPr>
              <a:t>スポット市場は前日</a:t>
            </a:r>
            <a:r>
              <a:rPr lang="en-US" altLang="ja-JP" dirty="0">
                <a:latin typeface="+mn-ea"/>
              </a:rPr>
              <a:t>10</a:t>
            </a:r>
            <a:r>
              <a:rPr lang="ja-JP" altLang="en-US" dirty="0">
                <a:latin typeface="+mn-ea"/>
              </a:rPr>
              <a:t>時の一括約定で翌日</a:t>
            </a:r>
            <a:r>
              <a:rPr lang="en-US" altLang="ja-JP" dirty="0">
                <a:latin typeface="+mn-ea"/>
              </a:rPr>
              <a:t>48</a:t>
            </a:r>
            <a:r>
              <a:rPr lang="ja-JP" altLang="en-US" dirty="0">
                <a:latin typeface="+mn-ea"/>
              </a:rPr>
              <a:t>コマ分の価格が同時に決まる（逐次的な取引ではない）</a:t>
            </a:r>
            <a:br>
              <a:rPr lang="en-US" altLang="ja-JP" dirty="0">
                <a:latin typeface="+mn-ea"/>
              </a:rPr>
            </a:br>
            <a:r>
              <a:rPr lang="ja-JP" altLang="en-US" dirty="0">
                <a:latin typeface="+mn-ea"/>
              </a:rPr>
              <a:t>→ 逐次的な意思決定を前提とする標準的なオプション評価の枠組みでどう捉えるか</a:t>
            </a:r>
          </a:p>
          <a:p>
            <a:pPr marL="285750" indent="-285750">
              <a:buFont typeface="Arial" panose="020B0604020202020204" pitchFamily="34" charset="0"/>
              <a:buChar char="•"/>
            </a:pPr>
            <a:r>
              <a:rPr lang="ja-JP" altLang="en-US" dirty="0">
                <a:latin typeface="+mn-ea"/>
              </a:rPr>
              <a:t>前回の内容</a:t>
            </a:r>
            <a:r>
              <a:rPr lang="en-US" altLang="ja-JP" dirty="0">
                <a:latin typeface="+mn-ea"/>
              </a:rPr>
              <a:t>: </a:t>
            </a:r>
            <a:r>
              <a:rPr lang="ja-JP" altLang="en-US" dirty="0">
                <a:latin typeface="+mn-ea"/>
              </a:rPr>
              <a:t>この論点に対する先行研究の複数の算定手法を紹介し、それぞれの前提・適用可能性を整理</a:t>
            </a:r>
            <a:endParaRPr lang="en-US" sz="1600" dirty="0">
              <a:latin typeface="+mn-ea"/>
            </a:endParaRPr>
          </a:p>
        </p:txBody>
      </p:sp>
      <p:sp>
        <p:nvSpPr>
          <p:cNvPr id="7" name="Text 6">
            <a:extLst>
              <a:ext uri="{FF2B5EF4-FFF2-40B4-BE49-F238E27FC236}">
                <a16:creationId xmlns:a16="http://schemas.microsoft.com/office/drawing/2014/main" id="{9C6EE8BD-4229-4363-43F6-CADC2153FF15}"/>
              </a:ext>
            </a:extLst>
          </p:cNvPr>
          <p:cNvSpPr/>
          <p:nvPr/>
        </p:nvSpPr>
        <p:spPr>
          <a:xfrm>
            <a:off x="508138" y="3725637"/>
            <a:ext cx="11347131" cy="614723"/>
          </a:xfrm>
          <a:prstGeom prst="rect">
            <a:avLst/>
          </a:prstGeom>
          <a:noFill/>
          <a:ln/>
        </p:spPr>
        <p:txBody>
          <a:bodyPr wrap="square" lIns="0" tIns="0" rIns="0" bIns="0" rtlCol="0" anchor="t"/>
          <a:lstStyle/>
          <a:p>
            <a:pPr marL="285750" indent="-285750">
              <a:buFont typeface="Arial" panose="020B0604020202020204" pitchFamily="34" charset="0"/>
              <a:buChar char="•"/>
            </a:pPr>
            <a:r>
              <a:rPr lang="ja-JP" altLang="en-US" dirty="0">
                <a:latin typeface="+mn-ea"/>
              </a:rPr>
              <a:t>まずは実際の市場データを使い、簡易的な設定（完全情報＝完全予見ベース等）で価値算定をやってみる</a:t>
            </a:r>
          </a:p>
          <a:p>
            <a:pPr marL="285750" indent="-285750">
              <a:buFont typeface="Arial" panose="020B0604020202020204" pitchFamily="34" charset="0"/>
              <a:buChar char="•"/>
            </a:pPr>
            <a:r>
              <a:rPr lang="ja-JP" altLang="en-US" dirty="0">
                <a:latin typeface="+mn-ea"/>
              </a:rPr>
              <a:t>題材は、太陽光普及が最も進み価格構造の変化が顕著な九州エリア</a:t>
            </a:r>
            <a:endParaRPr lang="ja-JP" altLang="ja-JP" dirty="0">
              <a:latin typeface="+mn-ea"/>
            </a:endParaRPr>
          </a:p>
        </p:txBody>
      </p:sp>
      <p:sp>
        <p:nvSpPr>
          <p:cNvPr id="9" name="Text 6">
            <a:extLst>
              <a:ext uri="{FF2B5EF4-FFF2-40B4-BE49-F238E27FC236}">
                <a16:creationId xmlns:a16="http://schemas.microsoft.com/office/drawing/2014/main" id="{36E7897A-B63A-CEDD-9A90-B25C2C7363E5}"/>
              </a:ext>
            </a:extLst>
          </p:cNvPr>
          <p:cNvSpPr/>
          <p:nvPr/>
        </p:nvSpPr>
        <p:spPr>
          <a:xfrm>
            <a:off x="508137" y="4937017"/>
            <a:ext cx="11347131" cy="1757380"/>
          </a:xfrm>
          <a:prstGeom prst="rect">
            <a:avLst/>
          </a:prstGeom>
          <a:noFill/>
          <a:ln/>
        </p:spPr>
        <p:txBody>
          <a:bodyPr wrap="square" lIns="0" tIns="0" rIns="0" bIns="0" rtlCol="0" anchor="t"/>
          <a:lstStyle/>
          <a:p>
            <a:pPr marL="285750" indent="-285750">
              <a:buFont typeface="Arial" panose="020B0604020202020204" pitchFamily="34" charset="0"/>
              <a:buChar char="•"/>
            </a:pPr>
            <a:r>
              <a:rPr lang="ja-JP" altLang="en-US" dirty="0">
                <a:latin typeface="+mn-ea"/>
              </a:rPr>
              <a:t>九州</a:t>
            </a:r>
            <a:r>
              <a:rPr lang="en-US" altLang="ja-JP" dirty="0">
                <a:latin typeface="+mn-ea"/>
              </a:rPr>
              <a:t>10</a:t>
            </a:r>
            <a:r>
              <a:rPr lang="ja-JP" altLang="en-US" dirty="0">
                <a:latin typeface="+mn-ea"/>
              </a:rPr>
              <a:t>年半（</a:t>
            </a:r>
            <a:r>
              <a:rPr lang="en-US" altLang="ja-JP" dirty="0">
                <a:latin typeface="+mn-ea"/>
              </a:rPr>
              <a:t>FY2016〜26</a:t>
            </a:r>
            <a:r>
              <a:rPr lang="ja-JP" altLang="en-US" dirty="0">
                <a:latin typeface="+mn-ea"/>
              </a:rPr>
              <a:t>）の実績で、完全予見ベースの価値算定＋価値の前提となる価格構造変化の分析</a:t>
            </a:r>
          </a:p>
          <a:p>
            <a:pPr marL="285750" indent="-285750">
              <a:buFont typeface="Arial" panose="020B0604020202020204" pitchFamily="34" charset="0"/>
              <a:buChar char="•"/>
            </a:pPr>
            <a:r>
              <a:rPr lang="ja-JP" altLang="en-US" dirty="0">
                <a:latin typeface="+mn-ea"/>
              </a:rPr>
              <a:t>あわせて一括約定の性質を扱う第一歩として、前日までの情報だけで</a:t>
            </a:r>
            <a:r>
              <a:rPr lang="en-US" altLang="ja-JP" dirty="0">
                <a:latin typeface="+mn-ea"/>
              </a:rPr>
              <a:t>48</a:t>
            </a:r>
            <a:r>
              <a:rPr lang="ja-JP" altLang="en-US" dirty="0">
                <a:latin typeface="+mn-ea"/>
              </a:rPr>
              <a:t>コマ分の充放電を決めるナイーブな手法での算出も行い、完全予見との差を計測</a:t>
            </a:r>
          </a:p>
          <a:p>
            <a:pPr marL="285750" indent="-285750">
              <a:buFont typeface="Arial" panose="020B0604020202020204" pitchFamily="34" charset="0"/>
              <a:buChar char="•"/>
            </a:pPr>
            <a:r>
              <a:rPr lang="ja-JP" altLang="en-US" dirty="0">
                <a:latin typeface="+mn-ea"/>
              </a:rPr>
              <a:t>今後</a:t>
            </a:r>
            <a:r>
              <a:rPr lang="en-US" altLang="ja-JP" dirty="0">
                <a:latin typeface="+mn-ea"/>
              </a:rPr>
              <a:t>: </a:t>
            </a:r>
            <a:r>
              <a:rPr lang="ja-JP" altLang="en-US" dirty="0">
                <a:latin typeface="+mn-ea"/>
              </a:rPr>
              <a:t>算定過程で見えた構造変化を踏まえて、対象を北海道</a:t>
            </a:r>
            <a:r>
              <a:rPr lang="en-US" altLang="ja-JP" dirty="0">
                <a:latin typeface="+mn-ea"/>
              </a:rPr>
              <a:t>×</a:t>
            </a:r>
            <a:r>
              <a:rPr lang="ja-JP" altLang="en-US" dirty="0">
                <a:latin typeface="+mn-ea"/>
              </a:rPr>
              <a:t>風力（＆太陽光）へ絞り込み、目的を均衡量推定へ拡張しようかと検討中</a:t>
            </a:r>
            <a:endParaRPr lang="en-US" sz="1600" dirty="0">
              <a:latin typeface="+mn-ea"/>
            </a:endParaRPr>
          </a:p>
        </p:txBody>
      </p:sp>
      <p:grpSp>
        <p:nvGrpSpPr>
          <p:cNvPr id="10" name="グループ化 9">
            <a:extLst>
              <a:ext uri="{FF2B5EF4-FFF2-40B4-BE49-F238E27FC236}">
                <a16:creationId xmlns:a16="http://schemas.microsoft.com/office/drawing/2014/main" id="{B7214526-ED40-9E5F-3FD8-3BB81A7F420A}"/>
              </a:ext>
            </a:extLst>
          </p:cNvPr>
          <p:cNvGrpSpPr/>
          <p:nvPr/>
        </p:nvGrpSpPr>
        <p:grpSpPr>
          <a:xfrm>
            <a:off x="526368" y="3343089"/>
            <a:ext cx="3242787" cy="369332"/>
            <a:chOff x="1018843" y="3495794"/>
            <a:chExt cx="3242787" cy="369332"/>
          </a:xfrm>
        </p:grpSpPr>
        <p:cxnSp>
          <p:nvCxnSpPr>
            <p:cNvPr id="11" name="直線コネクタ 10">
              <a:extLst>
                <a:ext uri="{FF2B5EF4-FFF2-40B4-BE49-F238E27FC236}">
                  <a16:creationId xmlns:a16="http://schemas.microsoft.com/office/drawing/2014/main" id="{0A6DDE3E-C420-D817-C9B4-CC3B12253A7E}"/>
                </a:ext>
              </a:extLst>
            </p:cNvPr>
            <p:cNvCxnSpPr/>
            <p:nvPr/>
          </p:nvCxnSpPr>
          <p:spPr>
            <a:xfrm>
              <a:off x="1018843" y="3509010"/>
              <a:ext cx="0" cy="34290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83FD1E3B-788D-C4A9-C0F9-D74024A31B98}"/>
                </a:ext>
              </a:extLst>
            </p:cNvPr>
            <p:cNvSpPr txBox="1"/>
            <p:nvPr/>
          </p:nvSpPr>
          <p:spPr>
            <a:xfrm>
              <a:off x="1055303" y="3495794"/>
              <a:ext cx="3206327" cy="369332"/>
            </a:xfrm>
            <a:prstGeom prst="rect">
              <a:avLst/>
            </a:prstGeom>
            <a:noFill/>
          </p:spPr>
          <p:txBody>
            <a:bodyPr wrap="none" rtlCol="0">
              <a:spAutoFit/>
            </a:bodyPr>
            <a:lstStyle/>
            <a:p>
              <a:r>
                <a:rPr kumimoji="1" lang="ja-JP" altLang="en-US" b="1" dirty="0">
                  <a:latin typeface="+mn-ea"/>
                </a:rPr>
                <a:t>前回の結論＝今後の取り組み</a:t>
              </a:r>
            </a:p>
          </p:txBody>
        </p:sp>
      </p:grpSp>
      <p:grpSp>
        <p:nvGrpSpPr>
          <p:cNvPr id="13" name="グループ化 12">
            <a:extLst>
              <a:ext uri="{FF2B5EF4-FFF2-40B4-BE49-F238E27FC236}">
                <a16:creationId xmlns:a16="http://schemas.microsoft.com/office/drawing/2014/main" id="{79A4E5C1-93A6-F5C5-6A59-E7E6972B99FB}"/>
              </a:ext>
            </a:extLst>
          </p:cNvPr>
          <p:cNvGrpSpPr/>
          <p:nvPr/>
        </p:nvGrpSpPr>
        <p:grpSpPr>
          <a:xfrm>
            <a:off x="508138" y="4567685"/>
            <a:ext cx="2545480" cy="369332"/>
            <a:chOff x="1018843" y="3495794"/>
            <a:chExt cx="2545480" cy="453778"/>
          </a:xfrm>
        </p:grpSpPr>
        <p:cxnSp>
          <p:nvCxnSpPr>
            <p:cNvPr id="14" name="直線コネクタ 13">
              <a:extLst>
                <a:ext uri="{FF2B5EF4-FFF2-40B4-BE49-F238E27FC236}">
                  <a16:creationId xmlns:a16="http://schemas.microsoft.com/office/drawing/2014/main" id="{48AF0EC4-0E0C-7B4A-83B7-B5F8EE773B45}"/>
                </a:ext>
              </a:extLst>
            </p:cNvPr>
            <p:cNvCxnSpPr/>
            <p:nvPr/>
          </p:nvCxnSpPr>
          <p:spPr>
            <a:xfrm>
              <a:off x="1018843" y="3509010"/>
              <a:ext cx="0" cy="34290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C8C4764-AC44-72E6-F535-444975565334}"/>
                </a:ext>
              </a:extLst>
            </p:cNvPr>
            <p:cNvSpPr txBox="1"/>
            <p:nvPr/>
          </p:nvSpPr>
          <p:spPr>
            <a:xfrm>
              <a:off x="1055303" y="3495794"/>
              <a:ext cx="2509020" cy="453778"/>
            </a:xfrm>
            <a:prstGeom prst="rect">
              <a:avLst/>
            </a:prstGeom>
            <a:noFill/>
          </p:spPr>
          <p:txBody>
            <a:bodyPr wrap="none" rtlCol="0">
              <a:spAutoFit/>
            </a:bodyPr>
            <a:lstStyle/>
            <a:p>
              <a:r>
                <a:rPr lang="ja-JP" altLang="ja-JP" b="1" dirty="0">
                  <a:latin typeface="+mn-ea"/>
                </a:rPr>
                <a:t>本日の発表の位置づけ</a:t>
              </a:r>
            </a:p>
          </p:txBody>
        </p:sp>
      </p:grpSp>
    </p:spTree>
    <p:extLst>
      <p:ext uri="{BB962C8B-B14F-4D97-AF65-F5344CB8AC3E}">
        <p14:creationId xmlns:p14="http://schemas.microsoft.com/office/powerpoint/2010/main" val="3178820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780EC7C-552A-83C1-89B6-1F2716E86C68}"/>
              </a:ext>
            </a:extLst>
          </p:cNvPr>
          <p:cNvGraphicFramePr>
            <a:graphicFrameLocks/>
          </p:cNvGraphicFramePr>
          <p:nvPr>
            <p:custDataLst>
              <p:tags r:id="rId1"/>
            </p:custDataLst>
            <p:extLst>
              <p:ext uri="{D42A27DB-BD31-4B8C-83A1-F6EECF244321}">
                <p14:modId xmlns:p14="http://schemas.microsoft.com/office/powerpoint/2010/main" val="1475503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6" name="think-cell data - do not delete" hidden="1">
                        <a:extLst>
                          <a:ext uri="{FF2B5EF4-FFF2-40B4-BE49-F238E27FC236}">
                            <a16:creationId xmlns:a16="http://schemas.microsoft.com/office/drawing/2014/main" id="{B780EC7C-552A-83C1-89B6-1F2716E86C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3BB95CCA-87C9-76C2-D0BC-00609938EBCC}"/>
              </a:ext>
            </a:extLst>
          </p:cNvPr>
          <p:cNvSpPr>
            <a:spLocks noGrp="1"/>
          </p:cNvSpPr>
          <p:nvPr>
            <p:ph idx="1"/>
          </p:nvPr>
        </p:nvSpPr>
        <p:spPr/>
        <p:txBody>
          <a:bodyPr/>
          <a:lstStyle/>
          <a:p>
            <a:r>
              <a:rPr kumimoji="1" lang="ja-JP" altLang="en-US" b="1" dirty="0">
                <a:latin typeface="+mn-ea"/>
              </a:rPr>
              <a:t>分析結果サマリー</a:t>
            </a:r>
          </a:p>
        </p:txBody>
      </p:sp>
      <p:sp>
        <p:nvSpPr>
          <p:cNvPr id="3" name="スライド番号プレースホルダー 2">
            <a:extLst>
              <a:ext uri="{FF2B5EF4-FFF2-40B4-BE49-F238E27FC236}">
                <a16:creationId xmlns:a16="http://schemas.microsoft.com/office/drawing/2014/main" id="{77E88FB6-DA86-6DE2-8497-8C53071D95E8}"/>
              </a:ext>
            </a:extLst>
          </p:cNvPr>
          <p:cNvSpPr>
            <a:spLocks noGrp="1"/>
          </p:cNvSpPr>
          <p:nvPr>
            <p:ph type="sldNum" sz="quarter" idx="12"/>
          </p:nvPr>
        </p:nvSpPr>
        <p:spPr/>
        <p:txBody>
          <a:bodyPr/>
          <a:lstStyle/>
          <a:p>
            <a:fld id="{3B09FD7E-EA79-4AC9-B47C-47EE1A48B026}" type="slidenum">
              <a:rPr kumimoji="1" lang="ja-JP" altLang="en-US" smtClean="0">
                <a:latin typeface="+mn-ea"/>
                <a:ea typeface="+mn-ea"/>
              </a:rPr>
              <a:t>3</a:t>
            </a:fld>
            <a:endParaRPr kumimoji="1" lang="ja-JP" altLang="en-US">
              <a:latin typeface="+mn-ea"/>
              <a:ea typeface="+mn-ea"/>
            </a:endParaRPr>
          </a:p>
        </p:txBody>
      </p:sp>
      <p:sp>
        <p:nvSpPr>
          <p:cNvPr id="4" name="タイトル 3">
            <a:extLst>
              <a:ext uri="{FF2B5EF4-FFF2-40B4-BE49-F238E27FC236}">
                <a16:creationId xmlns:a16="http://schemas.microsoft.com/office/drawing/2014/main" id="{EBB28C6B-7082-229C-058F-A0CF5845F3B6}"/>
              </a:ext>
            </a:extLst>
          </p:cNvPr>
          <p:cNvSpPr>
            <a:spLocks noGrp="1"/>
          </p:cNvSpPr>
          <p:nvPr>
            <p:ph type="title"/>
          </p:nvPr>
        </p:nvSpPr>
        <p:spPr/>
        <p:txBody>
          <a:bodyPr/>
          <a:lstStyle/>
          <a:p>
            <a:endParaRPr kumimoji="1" lang="ja-JP" altLang="en-US">
              <a:latin typeface="+mn-ea"/>
              <a:ea typeface="+mn-ea"/>
            </a:endParaRPr>
          </a:p>
        </p:txBody>
      </p:sp>
      <p:sp>
        <p:nvSpPr>
          <p:cNvPr id="5" name="コンテンツ プレースホルダー 4">
            <a:extLst>
              <a:ext uri="{FF2B5EF4-FFF2-40B4-BE49-F238E27FC236}">
                <a16:creationId xmlns:a16="http://schemas.microsoft.com/office/drawing/2014/main" id="{0EB2CBB2-4631-CC17-C5C9-B88FD3957041}"/>
              </a:ext>
            </a:extLst>
          </p:cNvPr>
          <p:cNvSpPr>
            <a:spLocks noGrp="1"/>
          </p:cNvSpPr>
          <p:nvPr>
            <p:ph sz="quarter" idx="13"/>
          </p:nvPr>
        </p:nvSpPr>
        <p:spPr>
          <a:xfrm>
            <a:off x="584778" y="1648711"/>
            <a:ext cx="11022443" cy="5076554"/>
          </a:xfrm>
        </p:spPr>
        <p:txBody>
          <a:bodyPr/>
          <a:lstStyle/>
          <a:p>
            <a:pPr marL="342900" indent="-342900">
              <a:buFont typeface="+mj-lt"/>
              <a:buAutoNum type="arabicPeriod"/>
            </a:pPr>
            <a:r>
              <a:rPr lang="en-US" altLang="ja-JP" sz="2000" b="1" dirty="0">
                <a:latin typeface="+mn-ea"/>
              </a:rPr>
              <a:t>0.01</a:t>
            </a:r>
            <a:r>
              <a:rPr lang="ja-JP" altLang="en-US" sz="2000" b="1" dirty="0">
                <a:latin typeface="+mn-ea"/>
              </a:rPr>
              <a:t>円コマ</a:t>
            </a:r>
            <a:r>
              <a:rPr kumimoji="1" lang="ja-JP" altLang="en-US" sz="2000" b="1" dirty="0">
                <a:latin typeface="+mn-ea"/>
              </a:rPr>
              <a:t>と裁定価値は反転減少</a:t>
            </a:r>
            <a:br>
              <a:rPr kumimoji="1" lang="en-US" altLang="ja-JP" sz="2000" b="1" dirty="0">
                <a:latin typeface="+mn-ea"/>
              </a:rPr>
            </a:br>
            <a:r>
              <a:rPr kumimoji="1" lang="ja-JP" altLang="en-US" sz="2000" dirty="0">
                <a:latin typeface="+mn-ea"/>
              </a:rPr>
              <a:t>太陽光は右肩上がり（発電量</a:t>
            </a:r>
            <a:r>
              <a:rPr kumimoji="1" lang="en-US" altLang="ja-JP" sz="2000" dirty="0">
                <a:latin typeface="+mn-ea"/>
              </a:rPr>
              <a:t>2.1</a:t>
            </a:r>
            <a:r>
              <a:rPr kumimoji="1" lang="ja-JP" altLang="en-US" sz="2000" dirty="0">
                <a:latin typeface="+mn-ea"/>
              </a:rPr>
              <a:t>倍、需要対比シェア</a:t>
            </a:r>
            <a:r>
              <a:rPr kumimoji="1" lang="en-US" altLang="ja-JP" sz="2000" dirty="0">
                <a:latin typeface="+mn-ea"/>
              </a:rPr>
              <a:t>17%</a:t>
            </a:r>
            <a:r>
              <a:rPr kumimoji="1" lang="ja-JP" altLang="en-US" sz="2000" dirty="0">
                <a:latin typeface="+mn-ea"/>
              </a:rPr>
              <a:t>）だが、</a:t>
            </a:r>
            <a:r>
              <a:rPr kumimoji="1" lang="en-US" altLang="ja-JP" sz="2000" dirty="0">
                <a:latin typeface="+mn-ea"/>
              </a:rPr>
              <a:t>0.01</a:t>
            </a:r>
            <a:r>
              <a:rPr kumimoji="1" lang="ja-JP" altLang="en-US" sz="2000" dirty="0">
                <a:latin typeface="+mn-ea"/>
              </a:rPr>
              <a:t>円コマと裁定価値はピーク年</a:t>
            </a:r>
            <a:r>
              <a:rPr kumimoji="1" lang="en-US" altLang="ja-JP" sz="2000" dirty="0">
                <a:latin typeface="+mn-ea"/>
              </a:rPr>
              <a:t>FY2023</a:t>
            </a:r>
            <a:r>
              <a:rPr kumimoji="1" lang="ja-JP" altLang="en-US" sz="2000" dirty="0">
                <a:latin typeface="+mn-ea"/>
              </a:rPr>
              <a:t>比で減少</a:t>
            </a:r>
          </a:p>
          <a:p>
            <a:pPr marL="342900" indent="-342900">
              <a:buFont typeface="+mj-lt"/>
              <a:buAutoNum type="arabicPeriod"/>
            </a:pPr>
            <a:endParaRPr kumimoji="1" lang="en-US" altLang="ja-JP" sz="2000" dirty="0">
              <a:latin typeface="+mn-ea"/>
            </a:endParaRPr>
          </a:p>
          <a:p>
            <a:pPr marL="342900" indent="-342900">
              <a:buFont typeface="+mj-lt"/>
              <a:buAutoNum type="arabicPeriod"/>
            </a:pPr>
            <a:r>
              <a:rPr kumimoji="1" lang="ja-JP" altLang="en-US" sz="2000" b="1" dirty="0">
                <a:latin typeface="+mn-ea"/>
              </a:rPr>
              <a:t>スポット単独では投資不成立</a:t>
            </a:r>
            <a:br>
              <a:rPr kumimoji="1" lang="en-US" altLang="ja-JP" sz="2000" b="1" dirty="0">
                <a:latin typeface="+mn-ea"/>
              </a:rPr>
            </a:br>
            <a:r>
              <a:rPr kumimoji="1" lang="ja-JP" altLang="en-US" sz="2000" dirty="0">
                <a:latin typeface="+mn-ea"/>
              </a:rPr>
              <a:t>蓄電池のスポット裁定価値は約</a:t>
            </a:r>
            <a:r>
              <a:rPr kumimoji="1" lang="en-US" altLang="ja-JP" sz="2000" dirty="0">
                <a:latin typeface="+mn-ea"/>
              </a:rPr>
              <a:t>1</a:t>
            </a:r>
            <a:r>
              <a:rPr kumimoji="1" lang="ja-JP" altLang="en-US" sz="2000" dirty="0">
                <a:latin typeface="+mn-ea"/>
              </a:rPr>
              <a:t>万円</a:t>
            </a:r>
            <a:r>
              <a:rPr kumimoji="1" lang="en-US" altLang="ja-JP" sz="2000" dirty="0">
                <a:latin typeface="+mn-ea"/>
              </a:rPr>
              <a:t>/kW</a:t>
            </a:r>
            <a:r>
              <a:rPr kumimoji="1" lang="ja-JP" altLang="en-US" sz="2000" dirty="0">
                <a:latin typeface="+mn-ea"/>
              </a:rPr>
              <a:t>・年。単独では資本費（約</a:t>
            </a:r>
            <a:r>
              <a:rPr kumimoji="1" lang="en-US" altLang="ja-JP" sz="2000" dirty="0">
                <a:latin typeface="+mn-ea"/>
              </a:rPr>
              <a:t>2</a:t>
            </a:r>
            <a:r>
              <a:rPr kumimoji="1" lang="ja-JP" altLang="en-US" sz="2000" dirty="0">
                <a:latin typeface="+mn-ea"/>
              </a:rPr>
              <a:t>万円</a:t>
            </a:r>
            <a:r>
              <a:rPr kumimoji="1" lang="en-US" altLang="ja-JP" sz="2000" dirty="0">
                <a:latin typeface="+mn-ea"/>
              </a:rPr>
              <a:t>/kW</a:t>
            </a:r>
            <a:r>
              <a:rPr kumimoji="1" lang="ja-JP" altLang="en-US" sz="2000" dirty="0">
                <a:latin typeface="+mn-ea"/>
              </a:rPr>
              <a:t>・年）に届かず</a:t>
            </a:r>
            <a:br>
              <a:rPr kumimoji="1" lang="en-US" altLang="ja-JP" sz="2000" dirty="0">
                <a:latin typeface="+mn-ea"/>
              </a:rPr>
            </a:br>
            <a:r>
              <a:rPr kumimoji="1" lang="ja-JP" altLang="en-US" sz="2000" dirty="0">
                <a:latin typeface="+mn-ea"/>
              </a:rPr>
              <a:t>→ 実運用上は「容量市場＋需給調整市場＋スポット市場」のマルチマーケット運用が一般的</a:t>
            </a:r>
          </a:p>
          <a:p>
            <a:pPr marL="342900" indent="-342900">
              <a:buFont typeface="+mj-lt"/>
              <a:buAutoNum type="arabicPeriod"/>
            </a:pPr>
            <a:endParaRPr kumimoji="1" lang="ja-JP" altLang="en-US" sz="2000" b="1" dirty="0">
              <a:latin typeface="+mn-ea"/>
            </a:endParaRPr>
          </a:p>
          <a:p>
            <a:pPr marL="342900" indent="-342900">
              <a:buFont typeface="+mj-lt"/>
              <a:buAutoNum type="arabicPeriod"/>
            </a:pPr>
            <a:r>
              <a:rPr lang="ja-JP" altLang="en-US" sz="2000" b="1" dirty="0">
                <a:latin typeface="+mn-ea"/>
              </a:rPr>
              <a:t>対象を北海道エリアに変更（したい）</a:t>
            </a:r>
            <a:br>
              <a:rPr kumimoji="1" lang="en-US" altLang="ja-JP" sz="2000" b="1" dirty="0">
                <a:latin typeface="+mn-ea"/>
              </a:rPr>
            </a:br>
            <a:r>
              <a:rPr kumimoji="1" lang="ja-JP" altLang="en-US" sz="2000" dirty="0">
                <a:latin typeface="+mn-ea"/>
              </a:rPr>
              <a:t>構造要因（半導体需要増、揚水運用）＋ 一時要因（原発定検）がオプション価値減少の主因</a:t>
            </a:r>
            <a:br>
              <a:rPr kumimoji="1" lang="en-US" altLang="ja-JP" sz="2000" dirty="0">
                <a:latin typeface="+mn-ea"/>
              </a:rPr>
            </a:br>
            <a:r>
              <a:rPr kumimoji="1" lang="ja-JP" altLang="en-US" sz="2000" dirty="0">
                <a:latin typeface="+mn-ea"/>
              </a:rPr>
              <a:t>→ 揚水は蓄電池と近い性質を持っておりややこしい</a:t>
            </a:r>
            <a:br>
              <a:rPr kumimoji="1" lang="en-US" altLang="ja-JP" sz="2000" dirty="0">
                <a:latin typeface="+mn-ea"/>
              </a:rPr>
            </a:br>
            <a:r>
              <a:rPr kumimoji="1" lang="ja-JP" altLang="en-US" sz="2000" dirty="0">
                <a:latin typeface="+mn-ea"/>
              </a:rPr>
              <a:t>　 また、北海道は風力先進地域であり、</a:t>
            </a:r>
            <a:r>
              <a:rPr lang="ja-JP" altLang="en-US" sz="2000" dirty="0">
                <a:latin typeface="+mn-ea"/>
              </a:rPr>
              <a:t>蓄電池投資も過熱しているため、研究意義も大きい（既存研究がない）</a:t>
            </a:r>
            <a:endParaRPr kumimoji="1" lang="ja-JP" altLang="en-US" sz="2000" dirty="0">
              <a:latin typeface="+mn-ea"/>
            </a:endParaRPr>
          </a:p>
        </p:txBody>
      </p:sp>
      <p:sp>
        <p:nvSpPr>
          <p:cNvPr id="8" name="テキスト ボックス 7">
            <a:extLst>
              <a:ext uri="{FF2B5EF4-FFF2-40B4-BE49-F238E27FC236}">
                <a16:creationId xmlns:a16="http://schemas.microsoft.com/office/drawing/2014/main" id="{B1151B06-0DF2-4752-7A5E-EA8EBFD5B4AF}"/>
              </a:ext>
            </a:extLst>
          </p:cNvPr>
          <p:cNvSpPr txBox="1"/>
          <p:nvPr/>
        </p:nvSpPr>
        <p:spPr>
          <a:xfrm>
            <a:off x="334961" y="1121783"/>
            <a:ext cx="10156059" cy="646331"/>
          </a:xfrm>
          <a:prstGeom prst="rect">
            <a:avLst/>
          </a:prstGeom>
          <a:noFill/>
        </p:spPr>
        <p:txBody>
          <a:bodyPr wrap="square">
            <a:spAutoFit/>
          </a:bodyPr>
          <a:lstStyle/>
          <a:p>
            <a:pPr rtl="0">
              <a:buNone/>
            </a:pPr>
            <a:r>
              <a:rPr lang="ja-JP" altLang="ja-JP" b="1" i="0" u="none" strike="noStrike" dirty="0">
                <a:effectLst/>
                <a:latin typeface="+mn-ea"/>
              </a:rPr>
              <a:t>太陽光は増え続けている</a:t>
            </a:r>
            <a:r>
              <a:rPr lang="ja-JP" altLang="en-US" b="1" i="0" u="none" strike="noStrike" dirty="0">
                <a:effectLst/>
                <a:latin typeface="+mn-ea"/>
              </a:rPr>
              <a:t>一方で</a:t>
            </a:r>
            <a:r>
              <a:rPr lang="ja-JP" altLang="ja-JP" b="1" i="0" u="none" strike="noStrike" dirty="0">
                <a:effectLst/>
                <a:latin typeface="+mn-ea"/>
              </a:rPr>
              <a:t>、蓄電池の裁定価値は</a:t>
            </a:r>
            <a:r>
              <a:rPr lang="en-US" altLang="ja-JP" b="1" i="0" u="none" strike="noStrike" dirty="0">
                <a:effectLst/>
                <a:latin typeface="+mn-ea"/>
              </a:rPr>
              <a:t>2023</a:t>
            </a:r>
            <a:r>
              <a:rPr lang="ja-JP" altLang="en-US" b="1" i="0" u="none" strike="noStrike" dirty="0">
                <a:effectLst/>
                <a:latin typeface="+mn-ea"/>
              </a:rPr>
              <a:t>年をピークに減少傾向</a:t>
            </a:r>
            <a:br>
              <a:rPr lang="ja-JP" altLang="ja-JP" dirty="0"/>
            </a:br>
            <a:endParaRPr lang="ja-JP" altLang="en-US" dirty="0"/>
          </a:p>
        </p:txBody>
      </p:sp>
    </p:spTree>
    <p:extLst>
      <p:ext uri="{BB962C8B-B14F-4D97-AF65-F5344CB8AC3E}">
        <p14:creationId xmlns:p14="http://schemas.microsoft.com/office/powerpoint/2010/main" val="611766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a:extLst>
              <a:ext uri="{FF2B5EF4-FFF2-40B4-BE49-F238E27FC236}">
                <a16:creationId xmlns:a16="http://schemas.microsoft.com/office/drawing/2014/main" id="{31E21D0B-68BB-C8A5-1500-5314368DA187}"/>
              </a:ext>
            </a:extLst>
          </p:cNvPr>
          <p:cNvGraphicFramePr>
            <a:graphicFrameLocks noGrp="1"/>
          </p:cNvGraphicFramePr>
          <p:nvPr>
            <p:ph idx="1"/>
            <p:extLst>
              <p:ext uri="{D42A27DB-BD31-4B8C-83A1-F6EECF244321}">
                <p14:modId xmlns:p14="http://schemas.microsoft.com/office/powerpoint/2010/main" val="4174896559"/>
              </p:ext>
            </p:extLst>
          </p:nvPr>
        </p:nvGraphicFramePr>
        <p:xfrm>
          <a:off x="334963" y="1352336"/>
          <a:ext cx="11522077" cy="4841070"/>
        </p:xfrm>
        <a:graphic>
          <a:graphicData uri="http://schemas.openxmlformats.org/drawingml/2006/table">
            <a:tbl>
              <a:tblPr/>
              <a:tblGrid>
                <a:gridCol w="3348981">
                  <a:extLst>
                    <a:ext uri="{9D8B030D-6E8A-4147-A177-3AD203B41FA5}">
                      <a16:colId xmlns:a16="http://schemas.microsoft.com/office/drawing/2014/main" val="695874122"/>
                    </a:ext>
                  </a:extLst>
                </a:gridCol>
                <a:gridCol w="1295735">
                  <a:extLst>
                    <a:ext uri="{9D8B030D-6E8A-4147-A177-3AD203B41FA5}">
                      <a16:colId xmlns:a16="http://schemas.microsoft.com/office/drawing/2014/main" val="4143884776"/>
                    </a:ext>
                  </a:extLst>
                </a:gridCol>
                <a:gridCol w="1335603">
                  <a:extLst>
                    <a:ext uri="{9D8B030D-6E8A-4147-A177-3AD203B41FA5}">
                      <a16:colId xmlns:a16="http://schemas.microsoft.com/office/drawing/2014/main" val="2152248816"/>
                    </a:ext>
                  </a:extLst>
                </a:gridCol>
                <a:gridCol w="1435276">
                  <a:extLst>
                    <a:ext uri="{9D8B030D-6E8A-4147-A177-3AD203B41FA5}">
                      <a16:colId xmlns:a16="http://schemas.microsoft.com/office/drawing/2014/main" val="338214308"/>
                    </a:ext>
                  </a:extLst>
                </a:gridCol>
                <a:gridCol w="1435276">
                  <a:extLst>
                    <a:ext uri="{9D8B030D-6E8A-4147-A177-3AD203B41FA5}">
                      <a16:colId xmlns:a16="http://schemas.microsoft.com/office/drawing/2014/main" val="1450407316"/>
                    </a:ext>
                  </a:extLst>
                </a:gridCol>
                <a:gridCol w="1335603">
                  <a:extLst>
                    <a:ext uri="{9D8B030D-6E8A-4147-A177-3AD203B41FA5}">
                      <a16:colId xmlns:a16="http://schemas.microsoft.com/office/drawing/2014/main" val="2714973320"/>
                    </a:ext>
                  </a:extLst>
                </a:gridCol>
                <a:gridCol w="1335603">
                  <a:extLst>
                    <a:ext uri="{9D8B030D-6E8A-4147-A177-3AD203B41FA5}">
                      <a16:colId xmlns:a16="http://schemas.microsoft.com/office/drawing/2014/main" val="3693656342"/>
                    </a:ext>
                  </a:extLst>
                </a:gridCol>
              </a:tblGrid>
              <a:tr h="484107">
                <a:tc>
                  <a:txBody>
                    <a:bodyPr/>
                    <a:lstStyle/>
                    <a:p>
                      <a:pPr algn="ctr" rtl="0" fontAlgn="ctr">
                        <a:buNone/>
                      </a:pPr>
                      <a:r>
                        <a:rPr lang="ja-JP" sz="1600" b="1" i="0" u="none" strike="noStrike" dirty="0">
                          <a:solidFill>
                            <a:schemeClr val="bg1"/>
                          </a:solidFill>
                          <a:effectLst/>
                          <a:latin typeface="Arial" panose="020B0604020202020204" pitchFamily="34" charset="0"/>
                        </a:rPr>
                        <a:t>指標</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FY2016</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FY2019</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FY2022※</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FY2023</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FY2024</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tc>
                  <a:txBody>
                    <a:bodyPr/>
                    <a:lstStyle/>
                    <a:p>
                      <a:pPr algn="ctr" rtl="0" fontAlgn="ctr">
                        <a:buNone/>
                      </a:pPr>
                      <a:r>
                        <a:rPr lang="ja-JP" sz="1600" b="1" i="0" u="none" strike="noStrike" dirty="0">
                          <a:solidFill>
                            <a:schemeClr val="bg1"/>
                          </a:solidFill>
                          <a:effectLst/>
                          <a:latin typeface="Arial" panose="020B0604020202020204" pitchFamily="34" charset="0"/>
                        </a:rPr>
                        <a:t>FY2025</a:t>
                      </a:r>
                      <a:endParaRPr lang="ja-JP" sz="1600" dirty="0">
                        <a:solidFill>
                          <a:schemeClr val="bg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solidFill>
                  </a:tcPr>
                </a:tc>
                <a:extLst>
                  <a:ext uri="{0D108BD9-81ED-4DB2-BD59-A6C34878D82A}">
                    <a16:rowId xmlns:a16="http://schemas.microsoft.com/office/drawing/2014/main" val="1137356966"/>
                  </a:ext>
                </a:extLst>
              </a:tr>
              <a:tr h="484107">
                <a:tc>
                  <a:txBody>
                    <a:bodyPr/>
                    <a:lstStyle/>
                    <a:p>
                      <a:pPr rtl="0" fontAlgn="ctr">
                        <a:buNone/>
                      </a:pPr>
                      <a:r>
                        <a:rPr lang="ja-JP" sz="1600" b="0" i="0" u="none" strike="noStrike" dirty="0">
                          <a:solidFill>
                            <a:schemeClr val="tx1"/>
                          </a:solidFill>
                          <a:effectLst/>
                          <a:latin typeface="Arial" panose="020B0604020202020204" pitchFamily="34" charset="0"/>
                        </a:rPr>
                        <a:t>太陽光発電量 (GWh)</a:t>
                      </a:r>
                      <a:endParaRPr lang="ja-JP" sz="160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7,086</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10,438</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13,737</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13,455</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14,221</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15,014</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05147004"/>
                  </a:ext>
                </a:extLst>
              </a:tr>
              <a:tr h="484107">
                <a:tc>
                  <a:txBody>
                    <a:bodyPr/>
                    <a:lstStyle/>
                    <a:p>
                      <a:pPr rtl="0" fontAlgn="ctr">
                        <a:buNone/>
                      </a:pPr>
                      <a:r>
                        <a:rPr lang="ja-JP" sz="1600" b="0" i="0" u="none" strike="noStrike">
                          <a:solidFill>
                            <a:schemeClr val="tx1"/>
                          </a:solidFill>
                          <a:effectLst/>
                          <a:latin typeface="Arial" panose="020B0604020202020204" pitchFamily="34" charset="0"/>
                        </a:rPr>
                        <a:t>太陽光シェア（対エリア需要）</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8.2%</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12.4%</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16.3%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15.9%</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16.2%</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17.3%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913788259"/>
                  </a:ext>
                </a:extLst>
              </a:tr>
              <a:tr h="484107">
                <a:tc>
                  <a:txBody>
                    <a:bodyPr/>
                    <a:lstStyle/>
                    <a:p>
                      <a:pPr rtl="0" fontAlgn="ctr">
                        <a:buNone/>
                      </a:pPr>
                      <a:r>
                        <a:rPr lang="ja-JP" sz="1600" b="0" i="0" u="none" strike="noStrike">
                          <a:solidFill>
                            <a:schemeClr val="tx1"/>
                          </a:solidFill>
                          <a:effectLst/>
                          <a:latin typeface="Arial" panose="020B0604020202020204" pitchFamily="34" charset="0"/>
                        </a:rPr>
                        <a:t>出力制御量 (GWh)／制御率</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0</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459／4.2%</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449／3.2%</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1,290／8.7%</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751／5.0%</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979／6.1%</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251751021"/>
                  </a:ext>
                </a:extLst>
              </a:tr>
              <a:tr h="484107">
                <a:tc>
                  <a:txBody>
                    <a:bodyPr/>
                    <a:lstStyle/>
                    <a:p>
                      <a:pPr rtl="0" fontAlgn="ctr">
                        <a:buNone/>
                      </a:pPr>
                      <a:r>
                        <a:rPr lang="ja-JP" sz="1600" b="0" i="0" u="none" strike="noStrike">
                          <a:solidFill>
                            <a:schemeClr val="tx1"/>
                          </a:solidFill>
                          <a:effectLst/>
                          <a:latin typeface="Arial" panose="020B0604020202020204" pitchFamily="34" charset="0"/>
                        </a:rPr>
                        <a:t>0.01円コマ数（30分）</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0</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693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1,909</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2,178</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1,167</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983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51611203"/>
                  </a:ext>
                </a:extLst>
              </a:tr>
              <a:tr h="484107">
                <a:tc>
                  <a:txBody>
                    <a:bodyPr/>
                    <a:lstStyle/>
                    <a:p>
                      <a:pPr rtl="0" fontAlgn="ctr">
                        <a:buNone/>
                      </a:pPr>
                      <a:r>
                        <a:rPr lang="ja-JP" sz="1600" b="0" i="0" u="none" strike="noStrike">
                          <a:solidFill>
                            <a:schemeClr val="tx1"/>
                          </a:solidFill>
                          <a:effectLst/>
                          <a:latin typeface="Arial" panose="020B0604020202020204" pitchFamily="34" charset="0"/>
                        </a:rPr>
                        <a:t>制御時間中の床約定率</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33%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50%</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74%</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51%</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40%</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02072041"/>
                  </a:ext>
                </a:extLst>
              </a:tr>
              <a:tr h="484107">
                <a:tc>
                  <a:txBody>
                    <a:bodyPr/>
                    <a:lstStyle/>
                    <a:p>
                      <a:pPr rtl="0" fontAlgn="ctr">
                        <a:buNone/>
                      </a:pPr>
                      <a:r>
                        <a:rPr lang="ja-JP" sz="1600" b="0" i="0" u="none" strike="noStrike" dirty="0">
                          <a:solidFill>
                            <a:schemeClr val="tx1"/>
                          </a:solidFill>
                          <a:effectLst/>
                          <a:latin typeface="Arial" panose="020B0604020202020204" pitchFamily="34" charset="0"/>
                        </a:rPr>
                        <a:t>4hスプレッド中央値 (円/kWh)</a:t>
                      </a:r>
                      <a:endParaRPr lang="ja-JP" sz="160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5.5</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4.6</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19.8</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10.8</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10.8</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9.2</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38742652"/>
                  </a:ext>
                </a:extLst>
              </a:tr>
              <a:tr h="484107">
                <a:tc>
                  <a:txBody>
                    <a:bodyPr/>
                    <a:lstStyle/>
                    <a:p>
                      <a:pPr rtl="0" fontAlgn="ctr">
                        <a:buNone/>
                      </a:pPr>
                      <a:r>
                        <a:rPr lang="ja-JP" sz="1600" b="0" i="0" u="none" strike="noStrike">
                          <a:solidFill>
                            <a:schemeClr val="tx1"/>
                          </a:solidFill>
                          <a:effectLst/>
                          <a:latin typeface="Arial" panose="020B0604020202020204" pitchFamily="34" charset="0"/>
                        </a:rPr>
                        <a:t>相対スプレッド（÷当日平均価格）</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0.63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0.64</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1.59</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1.27</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0.97</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0.86</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30015990"/>
                  </a:ext>
                </a:extLst>
              </a:tr>
              <a:tr h="484107">
                <a:tc>
                  <a:txBody>
                    <a:bodyPr/>
                    <a:lstStyle/>
                    <a:p>
                      <a:pPr rtl="0" fontAlgn="ctr">
                        <a:buNone/>
                      </a:pPr>
                      <a:r>
                        <a:rPr lang="ja-JP" sz="1600" b="0" i="0" u="none" strike="noStrike">
                          <a:solidFill>
                            <a:schemeClr val="tx1"/>
                          </a:solidFill>
                          <a:effectLst/>
                          <a:latin typeface="Arial" panose="020B0604020202020204" pitchFamily="34" charset="0"/>
                        </a:rPr>
                        <a:t>蓄電池PF裁定価値 (円/kW-年)</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5,823</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5,945</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24,367</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12,521</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12,402</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10,366</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535150517"/>
                  </a:ext>
                </a:extLst>
              </a:tr>
              <a:tr h="484107">
                <a:tc>
                  <a:txBody>
                    <a:bodyPr/>
                    <a:lstStyle/>
                    <a:p>
                      <a:pPr rtl="0" fontAlgn="ctr">
                        <a:buNone/>
                      </a:pPr>
                      <a:r>
                        <a:rPr lang="ja-JP" sz="1600" b="0" i="0" u="none" strike="noStrike">
                          <a:solidFill>
                            <a:schemeClr val="tx1"/>
                          </a:solidFill>
                          <a:effectLst/>
                          <a:latin typeface="Arial" panose="020B0604020202020204" pitchFamily="34" charset="0"/>
                        </a:rPr>
                        <a:t>同・実行可能戦略b (円/kW-年)</a:t>
                      </a:r>
                      <a:endParaRPr lang="ja-JP" sz="160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2,400</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4,295</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19,394</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a:solidFill>
                            <a:schemeClr val="tx1"/>
                          </a:solidFill>
                          <a:effectLst/>
                          <a:latin typeface="Arial" panose="020B0604020202020204" pitchFamily="34" charset="0"/>
                        </a:rPr>
                        <a:t>10,405</a:t>
                      </a:r>
                      <a:endParaRPr lang="ja-JP" sz="1600" b="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10,199</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buNone/>
                      </a:pPr>
                      <a:r>
                        <a:rPr lang="ja-JP" sz="1600" b="0" i="0" u="none" strike="noStrike" dirty="0">
                          <a:solidFill>
                            <a:schemeClr val="tx1"/>
                          </a:solidFill>
                          <a:effectLst/>
                          <a:latin typeface="Arial" panose="020B0604020202020204" pitchFamily="34" charset="0"/>
                        </a:rPr>
                        <a:t>8,712</a:t>
                      </a:r>
                      <a:endParaRPr lang="ja-JP" sz="1600" b="0" dirty="0">
                        <a:solidFill>
                          <a:schemeClr val="tx1"/>
                        </a:solidFill>
                        <a:effectLst/>
                      </a:endParaRPr>
                    </a:p>
                  </a:txBody>
                  <a:tcPr marL="19088" marR="19088" marT="9544" marB="954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03256630"/>
                  </a:ext>
                </a:extLst>
              </a:tr>
            </a:tbl>
          </a:graphicData>
        </a:graphic>
      </p:graphicFrame>
      <p:sp>
        <p:nvSpPr>
          <p:cNvPr id="3" name="スライド番号プレースホルダー 2">
            <a:extLst>
              <a:ext uri="{FF2B5EF4-FFF2-40B4-BE49-F238E27FC236}">
                <a16:creationId xmlns:a16="http://schemas.microsoft.com/office/drawing/2014/main" id="{70DFFD46-6A76-3D78-8BB1-CBC9C1FB75BE}"/>
              </a:ext>
            </a:extLst>
          </p:cNvPr>
          <p:cNvSpPr>
            <a:spLocks noGrp="1"/>
          </p:cNvSpPr>
          <p:nvPr>
            <p:ph type="sldNum" sz="quarter" idx="12"/>
          </p:nvPr>
        </p:nvSpPr>
        <p:spPr/>
        <p:txBody>
          <a:bodyPr/>
          <a:lstStyle/>
          <a:p>
            <a:fld id="{3B09FD7E-EA79-4AC9-B47C-47EE1A48B026}" type="slidenum">
              <a:rPr kumimoji="1" lang="ja-JP" altLang="en-US" smtClean="0"/>
              <a:t>4</a:t>
            </a:fld>
            <a:endParaRPr kumimoji="1" lang="ja-JP" altLang="en-US"/>
          </a:p>
        </p:txBody>
      </p:sp>
      <p:sp>
        <p:nvSpPr>
          <p:cNvPr id="4" name="タイトル 3">
            <a:extLst>
              <a:ext uri="{FF2B5EF4-FFF2-40B4-BE49-F238E27FC236}">
                <a16:creationId xmlns:a16="http://schemas.microsoft.com/office/drawing/2014/main" id="{6A7531FE-6C2B-891F-F615-DE8768906429}"/>
              </a:ext>
            </a:extLst>
          </p:cNvPr>
          <p:cNvSpPr>
            <a:spLocks noGrp="1"/>
          </p:cNvSpPr>
          <p:nvPr>
            <p:ph type="title"/>
          </p:nvPr>
        </p:nvSpPr>
        <p:spPr/>
        <p:txBody>
          <a:bodyPr/>
          <a:lstStyle/>
          <a:p>
            <a:endParaRPr kumimoji="1" lang="ja-JP" altLang="en-US"/>
          </a:p>
        </p:txBody>
      </p:sp>
      <p:sp>
        <p:nvSpPr>
          <p:cNvPr id="7" name="コンテンツ プレースホルダー 1">
            <a:extLst>
              <a:ext uri="{FF2B5EF4-FFF2-40B4-BE49-F238E27FC236}">
                <a16:creationId xmlns:a16="http://schemas.microsoft.com/office/drawing/2014/main" id="{88F02B77-E562-966E-5198-CB6253406B9E}"/>
              </a:ext>
            </a:extLst>
          </p:cNvPr>
          <p:cNvSpPr txBox="1">
            <a:spLocks/>
          </p:cNvSpPr>
          <p:nvPr/>
        </p:nvSpPr>
        <p:spPr>
          <a:xfrm>
            <a:off x="334963" y="569368"/>
            <a:ext cx="11522076" cy="802232"/>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主要統計量</a:t>
            </a:r>
            <a:endParaRPr lang="ja-JP" altLang="en" b="1" dirty="0"/>
          </a:p>
        </p:txBody>
      </p:sp>
    </p:spTree>
    <p:extLst>
      <p:ext uri="{BB962C8B-B14F-4D97-AF65-F5344CB8AC3E}">
        <p14:creationId xmlns:p14="http://schemas.microsoft.com/office/powerpoint/2010/main" val="291824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コンテンツ プレースホルダー 7">
            <a:extLst>
              <a:ext uri="{FF2B5EF4-FFF2-40B4-BE49-F238E27FC236}">
                <a16:creationId xmlns:a16="http://schemas.microsoft.com/office/drawing/2014/main" id="{20AED58F-65C5-3E12-FF9B-7CDC0D84A63D}"/>
              </a:ext>
            </a:extLst>
          </p:cNvPr>
          <p:cNvGraphicFramePr>
            <a:graphicFrameLocks noGrp="1"/>
          </p:cNvGraphicFramePr>
          <p:nvPr>
            <p:ph idx="1"/>
            <p:extLst>
              <p:ext uri="{D42A27DB-BD31-4B8C-83A1-F6EECF244321}">
                <p14:modId xmlns:p14="http://schemas.microsoft.com/office/powerpoint/2010/main" val="3001463201"/>
              </p:ext>
            </p:extLst>
          </p:nvPr>
        </p:nvGraphicFramePr>
        <p:xfrm>
          <a:off x="991585" y="1622100"/>
          <a:ext cx="10208829" cy="3613800"/>
        </p:xfrm>
        <a:graphic>
          <a:graphicData uri="http://schemas.openxmlformats.org/drawingml/2006/table">
            <a:tbl>
              <a:tblPr firstRow="1">
                <a:tableStyleId>{2D5ABB26-0587-4C30-8999-92F81FD0307C}</a:tableStyleId>
              </a:tblPr>
              <a:tblGrid>
                <a:gridCol w="1364266">
                  <a:extLst>
                    <a:ext uri="{9D8B030D-6E8A-4147-A177-3AD203B41FA5}">
                      <a16:colId xmlns:a16="http://schemas.microsoft.com/office/drawing/2014/main" val="3837081759"/>
                    </a:ext>
                  </a:extLst>
                </a:gridCol>
                <a:gridCol w="1263509">
                  <a:extLst>
                    <a:ext uri="{9D8B030D-6E8A-4147-A177-3AD203B41FA5}">
                      <a16:colId xmlns:a16="http://schemas.microsoft.com/office/drawing/2014/main" val="2979971373"/>
                    </a:ext>
                  </a:extLst>
                </a:gridCol>
                <a:gridCol w="1263509">
                  <a:extLst>
                    <a:ext uri="{9D8B030D-6E8A-4147-A177-3AD203B41FA5}">
                      <a16:colId xmlns:a16="http://schemas.microsoft.com/office/drawing/2014/main" val="3013745906"/>
                    </a:ext>
                  </a:extLst>
                </a:gridCol>
                <a:gridCol w="1263509">
                  <a:extLst>
                    <a:ext uri="{9D8B030D-6E8A-4147-A177-3AD203B41FA5}">
                      <a16:colId xmlns:a16="http://schemas.microsoft.com/office/drawing/2014/main" val="29524878"/>
                    </a:ext>
                  </a:extLst>
                </a:gridCol>
                <a:gridCol w="1263509">
                  <a:extLst>
                    <a:ext uri="{9D8B030D-6E8A-4147-A177-3AD203B41FA5}">
                      <a16:colId xmlns:a16="http://schemas.microsoft.com/office/drawing/2014/main" val="947876648"/>
                    </a:ext>
                  </a:extLst>
                </a:gridCol>
                <a:gridCol w="1263509">
                  <a:extLst>
                    <a:ext uri="{9D8B030D-6E8A-4147-A177-3AD203B41FA5}">
                      <a16:colId xmlns:a16="http://schemas.microsoft.com/office/drawing/2014/main" val="338455806"/>
                    </a:ext>
                  </a:extLst>
                </a:gridCol>
                <a:gridCol w="1263509">
                  <a:extLst>
                    <a:ext uri="{9D8B030D-6E8A-4147-A177-3AD203B41FA5}">
                      <a16:colId xmlns:a16="http://schemas.microsoft.com/office/drawing/2014/main" val="978053688"/>
                    </a:ext>
                  </a:extLst>
                </a:gridCol>
                <a:gridCol w="1263509">
                  <a:extLst>
                    <a:ext uri="{9D8B030D-6E8A-4147-A177-3AD203B41FA5}">
                      <a16:colId xmlns:a16="http://schemas.microsoft.com/office/drawing/2014/main" val="524415409"/>
                    </a:ext>
                  </a:extLst>
                </a:gridCol>
              </a:tblGrid>
              <a:tr h="722760">
                <a:tc>
                  <a:txBody>
                    <a:bodyPr/>
                    <a:lstStyle/>
                    <a:p>
                      <a:pPr marL="0" marR="0" indent="0" algn="l" fontAlgn="t">
                        <a:buNone/>
                      </a:pPr>
                      <a:r>
                        <a:rPr lang="ja-JP" sz="1800" b="0" dirty="0">
                          <a:solidFill>
                            <a:schemeClr val="bg1"/>
                          </a:solidFill>
                          <a:effectLst/>
                        </a:rPr>
                        <a:t>実需給年度</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北海道</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東北</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東京</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中部</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北陸</a:t>
                      </a:r>
                      <a:r>
                        <a:rPr lang="ja-JP" altLang="en-US" sz="1800" b="0" dirty="0">
                          <a:solidFill>
                            <a:schemeClr val="bg1"/>
                          </a:solidFill>
                          <a:effectLst/>
                        </a:rPr>
                        <a:t>～</a:t>
                      </a:r>
                      <a:r>
                        <a:rPr lang="ja-JP" sz="1800" b="0" dirty="0">
                          <a:solidFill>
                            <a:schemeClr val="bg1"/>
                          </a:solidFill>
                          <a:effectLst/>
                        </a:rPr>
                        <a:t>四国</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九州</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marR="0" indent="0" algn="l" fontAlgn="t">
                        <a:buNone/>
                      </a:pPr>
                      <a:r>
                        <a:rPr lang="ja-JP" sz="1800" b="0" dirty="0">
                          <a:solidFill>
                            <a:schemeClr val="bg1"/>
                          </a:solidFill>
                          <a:effectLst/>
                        </a:rPr>
                        <a:t>Net CONE</a:t>
                      </a:r>
                      <a:endParaRPr lang="ja-JP" sz="1800" b="0" i="0" dirty="0">
                        <a:solidFill>
                          <a:schemeClr val="bg1"/>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extLst>
                  <a:ext uri="{0D108BD9-81ED-4DB2-BD59-A6C34878D82A}">
                    <a16:rowId xmlns:a16="http://schemas.microsoft.com/office/drawing/2014/main" val="2471253196"/>
                  </a:ext>
                </a:extLst>
              </a:tr>
              <a:tr h="722760">
                <a:tc>
                  <a:txBody>
                    <a:bodyPr/>
                    <a:lstStyle/>
                    <a:p>
                      <a:pPr marL="0" marR="0" indent="0" algn="l" fontAlgn="t">
                        <a:buNone/>
                      </a:pPr>
                      <a:r>
                        <a:rPr lang="ja-JP" sz="1800" b="0" dirty="0">
                          <a:solidFill>
                            <a:srgbClr val="0B0B0B"/>
                          </a:solidFill>
                          <a:effectLst/>
                        </a:rPr>
                        <a:t>2026</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8,749</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5,833</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5,834</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5,832</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5,832</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8,748</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9,557</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451068002"/>
                  </a:ext>
                </a:extLst>
              </a:tr>
              <a:tr h="722760">
                <a:tc>
                  <a:txBody>
                    <a:bodyPr/>
                    <a:lstStyle/>
                    <a:p>
                      <a:pPr marL="0" marR="0" indent="0" algn="l" fontAlgn="t">
                        <a:buNone/>
                      </a:pPr>
                      <a:r>
                        <a:rPr lang="ja-JP" sz="1800" b="0">
                          <a:solidFill>
                            <a:srgbClr val="0B0B0B"/>
                          </a:solidFill>
                          <a:effectLst/>
                        </a:rPr>
                        <a:t>2027</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13,287</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9,044</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9,555</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7,823</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7,638</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11,457</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9,769</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554056851"/>
                  </a:ext>
                </a:extLst>
              </a:tr>
              <a:tr h="722760">
                <a:tc>
                  <a:txBody>
                    <a:bodyPr/>
                    <a:lstStyle/>
                    <a:p>
                      <a:pPr marL="0" marR="0" indent="0" algn="l" fontAlgn="t">
                        <a:buNone/>
                      </a:pPr>
                      <a:r>
                        <a:rPr lang="ja-JP" sz="1800" b="0">
                          <a:solidFill>
                            <a:srgbClr val="0B0B0B"/>
                          </a:solidFill>
                          <a:effectLst/>
                        </a:rPr>
                        <a:t>2028</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14,812</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14,812</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14,812</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10,280</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8,785</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13,177</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9,875</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6169669"/>
                  </a:ext>
                </a:extLst>
              </a:tr>
              <a:tr h="722760">
                <a:tc>
                  <a:txBody>
                    <a:bodyPr/>
                    <a:lstStyle/>
                    <a:p>
                      <a:pPr marL="0" marR="0" indent="0" algn="l" fontAlgn="t">
                        <a:buNone/>
                      </a:pPr>
                      <a:r>
                        <a:rPr lang="ja-JP" sz="1800" b="0">
                          <a:solidFill>
                            <a:srgbClr val="0B0B0B"/>
                          </a:solidFill>
                          <a:effectLst/>
                        </a:rPr>
                        <a:t>2029</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14,972</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15,111</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15,111</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a:solidFill>
                            <a:srgbClr val="0B0B0B"/>
                          </a:solidFill>
                          <a:effectLst/>
                        </a:rPr>
                        <a:t>12,388</a:t>
                      </a:r>
                      <a:endParaRPr lang="ja-JP" sz="1800" b="0" i="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12,388</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15,112</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tc>
                  <a:txBody>
                    <a:bodyPr/>
                    <a:lstStyle/>
                    <a:p>
                      <a:pPr marL="0" marR="0" indent="0" algn="l" fontAlgn="t">
                        <a:buNone/>
                      </a:pPr>
                      <a:r>
                        <a:rPr lang="ja-JP" sz="1800" b="0" dirty="0">
                          <a:solidFill>
                            <a:srgbClr val="0B0B0B"/>
                          </a:solidFill>
                          <a:effectLst/>
                        </a:rPr>
                        <a:t>10,075</a:t>
                      </a:r>
                      <a:endParaRPr lang="ja-JP" sz="1800" b="0" i="0" dirty="0">
                        <a:solidFill>
                          <a:srgbClr val="0B0B0B"/>
                        </a:solidFill>
                        <a:effectLst/>
                        <a:latin typeface="Anthropic Sans"/>
                      </a:endParaRPr>
                    </a:p>
                  </a:txBody>
                  <a:tcPr marL="22775" marR="22775" marT="22775" marB="22775"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362604369"/>
                  </a:ext>
                </a:extLst>
              </a:tr>
            </a:tbl>
          </a:graphicData>
        </a:graphic>
      </p:graphicFrame>
      <p:sp>
        <p:nvSpPr>
          <p:cNvPr id="3" name="スライド番号プレースホルダー 2">
            <a:extLst>
              <a:ext uri="{FF2B5EF4-FFF2-40B4-BE49-F238E27FC236}">
                <a16:creationId xmlns:a16="http://schemas.microsoft.com/office/drawing/2014/main" id="{10FC354A-A365-8F56-2152-B442280028B3}"/>
              </a:ext>
            </a:extLst>
          </p:cNvPr>
          <p:cNvSpPr>
            <a:spLocks noGrp="1"/>
          </p:cNvSpPr>
          <p:nvPr>
            <p:ph type="sldNum" sz="quarter" idx="12"/>
          </p:nvPr>
        </p:nvSpPr>
        <p:spPr/>
        <p:txBody>
          <a:bodyPr/>
          <a:lstStyle/>
          <a:p>
            <a:fld id="{3B09FD7E-EA79-4AC9-B47C-47EE1A48B026}" type="slidenum">
              <a:rPr kumimoji="1" lang="ja-JP" altLang="en-US" smtClean="0"/>
              <a:t>5</a:t>
            </a:fld>
            <a:endParaRPr kumimoji="1" lang="ja-JP" altLang="en-US"/>
          </a:p>
        </p:txBody>
      </p:sp>
      <p:sp>
        <p:nvSpPr>
          <p:cNvPr id="4" name="タイトル 3">
            <a:extLst>
              <a:ext uri="{FF2B5EF4-FFF2-40B4-BE49-F238E27FC236}">
                <a16:creationId xmlns:a16="http://schemas.microsoft.com/office/drawing/2014/main" id="{2F9A163C-6547-1E27-86A1-53520F73964A}"/>
              </a:ext>
            </a:extLst>
          </p:cNvPr>
          <p:cNvSpPr>
            <a:spLocks noGrp="1"/>
          </p:cNvSpPr>
          <p:nvPr>
            <p:ph type="title"/>
          </p:nvPr>
        </p:nvSpPr>
        <p:spPr/>
        <p:txBody>
          <a:bodyPr/>
          <a:lstStyle/>
          <a:p>
            <a:endParaRPr kumimoji="1" lang="ja-JP" altLang="en-US"/>
          </a:p>
        </p:txBody>
      </p:sp>
      <p:sp>
        <p:nvSpPr>
          <p:cNvPr id="10" name="コンテンツ プレースホルダー 1">
            <a:extLst>
              <a:ext uri="{FF2B5EF4-FFF2-40B4-BE49-F238E27FC236}">
                <a16:creationId xmlns:a16="http://schemas.microsoft.com/office/drawing/2014/main" id="{4E2008AE-4127-B85E-CFE8-08306B5DA83D}"/>
              </a:ext>
            </a:extLst>
          </p:cNvPr>
          <p:cNvSpPr txBox="1">
            <a:spLocks/>
          </p:cNvSpPr>
          <p:nvPr/>
        </p:nvSpPr>
        <p:spPr>
          <a:xfrm>
            <a:off x="334963" y="569368"/>
            <a:ext cx="11522076" cy="802232"/>
          </a:xfrm>
          <a:prstGeom prst="rect">
            <a:avLst/>
          </a:prstGeom>
        </p:spPr>
        <p:txBody>
          <a:bodyPr lIns="0" tIns="0" rIns="0" bIns="0">
            <a:normAutofit/>
          </a:bodyPr>
          <a:lstStyle>
            <a:lvl1pPr marL="0" indent="0" algn="l" defTabSz="914400" rtl="0" eaLnBrk="1" latinLnBrk="0" hangingPunct="1">
              <a:lnSpc>
                <a:spcPct val="110000"/>
              </a:lnSpc>
              <a:spcBef>
                <a:spcPts val="0"/>
              </a:spcBef>
              <a:spcAft>
                <a:spcPts val="400"/>
              </a:spcAft>
              <a:buFont typeface="Arial" panose="020B0604020202020204" pitchFamily="34" charset="0"/>
              <a:buNone/>
              <a:defRPr kumimoji="1"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容量市場約定結果</a:t>
            </a:r>
            <a:endParaRPr lang="ja-JP" altLang="en" b="1" dirty="0"/>
          </a:p>
        </p:txBody>
      </p:sp>
      <p:sp>
        <p:nvSpPr>
          <p:cNvPr id="12" name="テキスト ボックス 11">
            <a:extLst>
              <a:ext uri="{FF2B5EF4-FFF2-40B4-BE49-F238E27FC236}">
                <a16:creationId xmlns:a16="http://schemas.microsoft.com/office/drawing/2014/main" id="{E61F166A-30C7-3392-260A-466CC277D5CE}"/>
              </a:ext>
            </a:extLst>
          </p:cNvPr>
          <p:cNvSpPr txBox="1"/>
          <p:nvPr/>
        </p:nvSpPr>
        <p:spPr>
          <a:xfrm>
            <a:off x="10288882" y="1283546"/>
            <a:ext cx="1013856" cy="338554"/>
          </a:xfrm>
          <a:prstGeom prst="rect">
            <a:avLst/>
          </a:prstGeom>
          <a:noFill/>
        </p:spPr>
        <p:txBody>
          <a:bodyPr wrap="square">
            <a:spAutoFit/>
          </a:bodyPr>
          <a:lstStyle/>
          <a:p>
            <a:pPr algn="ctr"/>
            <a:r>
              <a:rPr lang="en-US" altLang="ja-JP" sz="1600" b="1" dirty="0">
                <a:latin typeface="+mn-ea"/>
              </a:rPr>
              <a:t>[</a:t>
            </a:r>
            <a:r>
              <a:rPr lang="ja-JP" altLang="en-US" sz="1600" b="1" dirty="0">
                <a:latin typeface="+mn-ea"/>
              </a:rPr>
              <a:t>円</a:t>
            </a:r>
            <a:r>
              <a:rPr lang="en-US" altLang="ja-JP" sz="1600" b="1" dirty="0">
                <a:latin typeface="+mn-ea"/>
              </a:rPr>
              <a:t>/kW]</a:t>
            </a:r>
            <a:endParaRPr lang="ja-JP" altLang="en-US" sz="1600" dirty="0"/>
          </a:p>
        </p:txBody>
      </p:sp>
      <p:sp>
        <p:nvSpPr>
          <p:cNvPr id="16" name="テキスト ボックス 15">
            <a:extLst>
              <a:ext uri="{FF2B5EF4-FFF2-40B4-BE49-F238E27FC236}">
                <a16:creationId xmlns:a16="http://schemas.microsoft.com/office/drawing/2014/main" id="{1451B38F-D6A2-24DC-91A0-A6E36B3AF498}"/>
              </a:ext>
            </a:extLst>
          </p:cNvPr>
          <p:cNvSpPr txBox="1"/>
          <p:nvPr/>
        </p:nvSpPr>
        <p:spPr>
          <a:xfrm>
            <a:off x="887106" y="5574454"/>
            <a:ext cx="10415632" cy="400110"/>
          </a:xfrm>
          <a:prstGeom prst="rect">
            <a:avLst/>
          </a:prstGeom>
          <a:noFill/>
        </p:spPr>
        <p:txBody>
          <a:bodyPr wrap="square">
            <a:spAutoFit/>
          </a:bodyPr>
          <a:lstStyle/>
          <a:p>
            <a:r>
              <a:rPr lang="ja-JP" altLang="en-US" sz="2000" dirty="0"/>
              <a:t>蓄電池（安定電源登録分）の応札：</a:t>
            </a:r>
            <a:r>
              <a:rPr lang="en-US" altLang="ja-JP" sz="2000" dirty="0"/>
              <a:t>8</a:t>
            </a:r>
            <a:r>
              <a:rPr lang="ja-JP" altLang="en-US" sz="2000" dirty="0"/>
              <a:t>万</a:t>
            </a:r>
            <a:r>
              <a:rPr lang="en-US" altLang="ja-JP" sz="2000" dirty="0"/>
              <a:t>kW</a:t>
            </a:r>
            <a:r>
              <a:rPr lang="ja-JP" altLang="en-US" sz="2000" dirty="0"/>
              <a:t>（</a:t>
            </a:r>
            <a:r>
              <a:rPr lang="en-US" altLang="ja-JP" sz="2000" dirty="0"/>
              <a:t>2027</a:t>
            </a:r>
            <a:r>
              <a:rPr lang="ja-JP" altLang="en-US" sz="2000" dirty="0"/>
              <a:t>）→</a:t>
            </a:r>
            <a:r>
              <a:rPr lang="en-US" altLang="ja-JP" sz="2000" dirty="0"/>
              <a:t>24</a:t>
            </a:r>
            <a:r>
              <a:rPr lang="ja-JP" altLang="en-US" sz="2000" dirty="0"/>
              <a:t>万</a:t>
            </a:r>
            <a:r>
              <a:rPr lang="en-US" altLang="ja-JP" sz="2000" dirty="0"/>
              <a:t>kW</a:t>
            </a:r>
            <a:r>
              <a:rPr lang="ja-JP" altLang="en-US" sz="2000" dirty="0"/>
              <a:t>（</a:t>
            </a:r>
            <a:r>
              <a:rPr lang="en-US" altLang="ja-JP" sz="2000" dirty="0"/>
              <a:t>2028</a:t>
            </a:r>
            <a:r>
              <a:rPr lang="ja-JP" altLang="en-US" sz="2000" dirty="0"/>
              <a:t>）→</a:t>
            </a:r>
            <a:r>
              <a:rPr lang="en-US" altLang="ja-JP" sz="2000" dirty="0"/>
              <a:t>169</a:t>
            </a:r>
            <a:r>
              <a:rPr lang="ja-JP" altLang="en-US" sz="2000" dirty="0"/>
              <a:t>万</a:t>
            </a:r>
            <a:r>
              <a:rPr lang="en-US" altLang="ja-JP" sz="2000" dirty="0"/>
              <a:t>kW</a:t>
            </a:r>
            <a:r>
              <a:rPr lang="ja-JP" altLang="en-US" sz="2000" dirty="0"/>
              <a:t>（</a:t>
            </a:r>
            <a:r>
              <a:rPr lang="en-US" altLang="ja-JP" sz="2000" dirty="0"/>
              <a:t>2029</a:t>
            </a:r>
            <a:r>
              <a:rPr lang="ja-JP" altLang="en-US" sz="2000" dirty="0"/>
              <a:t>）</a:t>
            </a:r>
          </a:p>
        </p:txBody>
      </p:sp>
    </p:spTree>
    <p:extLst>
      <p:ext uri="{BB962C8B-B14F-4D97-AF65-F5344CB8AC3E}">
        <p14:creationId xmlns:p14="http://schemas.microsoft.com/office/powerpoint/2010/main" val="421228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B4FE5B0-05B9-035A-7857-1C312BC4F028}"/>
              </a:ext>
            </a:extLst>
          </p:cNvPr>
          <p:cNvGraphicFramePr>
            <a:graphicFrameLocks/>
          </p:cNvGraphicFramePr>
          <p:nvPr>
            <p:custDataLst>
              <p:tags r:id="rId1"/>
            </p:custDataLst>
            <p:extLst>
              <p:ext uri="{D42A27DB-BD31-4B8C-83A1-F6EECF244321}">
                <p14:modId xmlns:p14="http://schemas.microsoft.com/office/powerpoint/2010/main" val="3683572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404" imgH="405" progId="TCLayout.ActiveDocument.1">
                  <p:embed/>
                </p:oleObj>
              </mc:Choice>
              <mc:Fallback>
                <p:oleObj name="think-cellスライド" r:id="rId16" imgW="404" imgH="405"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25138D71-1D89-E466-05E2-FCF93DA96193}"/>
              </a:ext>
            </a:extLst>
          </p:cNvPr>
          <p:cNvSpPr>
            <a:spLocks noGrp="1"/>
          </p:cNvSpPr>
          <p:nvPr>
            <p:ph idx="1"/>
          </p:nvPr>
        </p:nvSpPr>
        <p:spPr/>
        <p:txBody>
          <a:bodyPr/>
          <a:lstStyle/>
          <a:p>
            <a:r>
              <a:rPr lang="ja-JP" altLang="en-US" b="1" dirty="0"/>
              <a:t>太陽光発電の概況</a:t>
            </a:r>
            <a:endParaRPr lang="ja-JP" altLang="en" b="1" dirty="0"/>
          </a:p>
        </p:txBody>
      </p:sp>
      <p:sp>
        <p:nvSpPr>
          <p:cNvPr id="3" name="スライド番号プレースホルダー 2">
            <a:extLst>
              <a:ext uri="{FF2B5EF4-FFF2-40B4-BE49-F238E27FC236}">
                <a16:creationId xmlns:a16="http://schemas.microsoft.com/office/drawing/2014/main" id="{A3E0CFA8-99EB-DD13-B27C-7CCDE62ADF9A}"/>
              </a:ext>
            </a:extLst>
          </p:cNvPr>
          <p:cNvSpPr>
            <a:spLocks noGrp="1"/>
          </p:cNvSpPr>
          <p:nvPr>
            <p:ph type="sldNum" sz="quarter" idx="12"/>
          </p:nvPr>
        </p:nvSpPr>
        <p:spPr/>
        <p:txBody>
          <a:bodyPr/>
          <a:lstStyle/>
          <a:p>
            <a:fld id="{3B09FD7E-EA79-4AC9-B47C-47EE1A48B026}" type="slidenum">
              <a:rPr kumimoji="1" lang="ja-JP" altLang="en-US" smtClean="0"/>
              <a:t>6</a:t>
            </a:fld>
            <a:endParaRPr kumimoji="1" lang="ja-JP" altLang="en-US"/>
          </a:p>
        </p:txBody>
      </p:sp>
      <p:sp>
        <p:nvSpPr>
          <p:cNvPr id="4" name="タイトル 3">
            <a:extLst>
              <a:ext uri="{FF2B5EF4-FFF2-40B4-BE49-F238E27FC236}">
                <a16:creationId xmlns:a16="http://schemas.microsoft.com/office/drawing/2014/main" id="{9608399E-9713-8FED-5A7A-9F6792009900}"/>
              </a:ext>
            </a:extLst>
          </p:cNvPr>
          <p:cNvSpPr>
            <a:spLocks noGrp="1"/>
          </p:cNvSpPr>
          <p:nvPr>
            <p:ph type="title"/>
          </p:nvPr>
        </p:nvSpPr>
        <p:spPr/>
        <p:txBody>
          <a:bodyPr/>
          <a:lstStyle/>
          <a:p>
            <a:endParaRPr kumimoji="1" lang="ja-JP" altLang="en-US"/>
          </a:p>
        </p:txBody>
      </p:sp>
      <p:graphicFrame>
        <p:nvGraphicFramePr>
          <p:cNvPr id="85" name="Chart 3">
            <a:extLst>
              <a:ext uri="{FF2B5EF4-FFF2-40B4-BE49-F238E27FC236}">
                <a16:creationId xmlns:a16="http://schemas.microsoft.com/office/drawing/2014/main" id="{FB13991C-8DDB-B815-3C36-F35FEB31B241}"/>
              </a:ext>
            </a:extLst>
          </p:cNvPr>
          <p:cNvGraphicFramePr/>
          <p:nvPr>
            <p:custDataLst>
              <p:tags r:id="rId2"/>
            </p:custDataLst>
            <p:extLst>
              <p:ext uri="{D42A27DB-BD31-4B8C-83A1-F6EECF244321}">
                <p14:modId xmlns:p14="http://schemas.microsoft.com/office/powerpoint/2010/main" val="118192367"/>
              </p:ext>
            </p:extLst>
          </p:nvPr>
        </p:nvGraphicFramePr>
        <p:xfrm>
          <a:off x="5859463" y="1725613"/>
          <a:ext cx="6199187" cy="4270375"/>
        </p:xfrm>
        <a:graphic>
          <a:graphicData uri="http://schemas.openxmlformats.org/drawingml/2006/chart">
            <c:chart xmlns:c="http://schemas.openxmlformats.org/drawingml/2006/chart" xmlns:r="http://schemas.openxmlformats.org/officeDocument/2006/relationships" r:id="rId18"/>
          </a:graphicData>
        </a:graphic>
      </p:graphicFrame>
      <p:sp>
        <p:nvSpPr>
          <p:cNvPr id="8" name="正方形/長方形 7">
            <a:extLst>
              <a:ext uri="{FF2B5EF4-FFF2-40B4-BE49-F238E27FC236}">
                <a16:creationId xmlns:a16="http://schemas.microsoft.com/office/drawing/2014/main" id="{5CC94AE7-DB63-9914-6B71-4568E7F1963E}"/>
              </a:ext>
            </a:extLst>
          </p:cNvPr>
          <p:cNvSpPr/>
          <p:nvPr>
            <p:custDataLst>
              <p:tags r:id="rId3"/>
            </p:custDataLst>
          </p:nvPr>
        </p:nvSpPr>
        <p:spPr bwMode="auto">
          <a:xfrm>
            <a:off x="7707313" y="5956300"/>
            <a:ext cx="26225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AC9FA9E3-CA48-4758-8D2B-AF2721BE86DE}" type="datetime'太陽''''''''''光'' ''年度''''''''最''''''大実''''績''出力（''''G''''W）'''">
              <a:rPr lang="ja-JP" altLang="en-US" sz="1400" smtClean="0">
                <a:solidFill>
                  <a:schemeClr val="tx1"/>
                </a:solidFill>
              </a:rPr>
              <a:pPr algn="ctr">
                <a:lnSpc>
                  <a:spcPct val="110000"/>
                </a:lnSpc>
                <a:spcBef>
                  <a:spcPct val="0"/>
                </a:spcBef>
                <a:spcAft>
                  <a:spcPct val="0"/>
                </a:spcAft>
              </a:pPr>
              <a:t>太陽光 年度最大実績出力（GW）</a:t>
            </a:fld>
            <a:endParaRPr kumimoji="1" lang="ja-JP" altLang="en-US" sz="1400" dirty="0">
              <a:solidFill>
                <a:schemeClr val="tx1"/>
              </a:solidFill>
            </a:endParaRPr>
          </a:p>
        </p:txBody>
      </p:sp>
      <p:sp>
        <p:nvSpPr>
          <p:cNvPr id="9" name="正方形/長方形 8">
            <a:extLst>
              <a:ext uri="{FF2B5EF4-FFF2-40B4-BE49-F238E27FC236}">
                <a16:creationId xmlns:a16="http://schemas.microsoft.com/office/drawing/2014/main" id="{777FCA58-D469-E127-8EA3-712A0E4EBB41}"/>
              </a:ext>
            </a:extLst>
          </p:cNvPr>
          <p:cNvSpPr/>
          <p:nvPr>
            <p:custDataLst>
              <p:tags r:id="rId4"/>
            </p:custDataLst>
          </p:nvPr>
        </p:nvSpPr>
        <p:spPr bwMode="auto">
          <a:xfrm>
            <a:off x="5605463" y="2228850"/>
            <a:ext cx="234950" cy="2962275"/>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fld id="{101572B8-AB6D-426C-9A3A-4ABF21E512C0}" type="datetime'''''昼''''間''''(''10''-14時)'''' 0.''0''1''''円張り付き''''率''（%）'''">
              <a:rPr lang="ja-JP" altLang="en-US" sz="1400" smtClean="0">
                <a:solidFill>
                  <a:schemeClr val="tx1"/>
                </a:solidFill>
              </a:rPr>
              <a:pPr algn="ctr">
                <a:lnSpc>
                  <a:spcPct val="110000"/>
                </a:lnSpc>
                <a:spcBef>
                  <a:spcPct val="0"/>
                </a:spcBef>
                <a:spcAft>
                  <a:spcPct val="0"/>
                </a:spcAft>
              </a:pPr>
              <a:t>昼間(10-14時) 0.01円張り付き率（%）</a:t>
            </a:fld>
            <a:endParaRPr kumimoji="1" lang="ja-JP" altLang="en-US" sz="1400" dirty="0">
              <a:solidFill>
                <a:schemeClr val="tx1"/>
              </a:solidFill>
            </a:endParaRPr>
          </a:p>
        </p:txBody>
      </p:sp>
      <p:sp>
        <p:nvSpPr>
          <p:cNvPr id="10" name="正方形/長方形 9">
            <a:extLst>
              <a:ext uri="{FF2B5EF4-FFF2-40B4-BE49-F238E27FC236}">
                <a16:creationId xmlns:a16="http://schemas.microsoft.com/office/drawing/2014/main" id="{7921AFE9-65F1-99D5-1747-EEEF104B0B6F}"/>
              </a:ext>
            </a:extLst>
          </p:cNvPr>
          <p:cNvSpPr/>
          <p:nvPr>
            <p:custDataLst>
              <p:tags r:id="rId5"/>
            </p:custDataLst>
          </p:nvPr>
        </p:nvSpPr>
        <p:spPr bwMode="gray">
          <a:xfrm>
            <a:off x="7059613" y="5230813"/>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1217B2DD-8733-4367-ACF4-E318D5CDC5EA}" type="datetime'''''''''''''F''''''''''''Y''''''''''''20''16'''''''''''''''">
              <a:rPr lang="ja-JP" altLang="en-US" sz="1400" smtClean="0">
                <a:solidFill>
                  <a:schemeClr val="tx1"/>
                </a:solidFill>
              </a:rPr>
              <a:pPr>
                <a:lnSpc>
                  <a:spcPct val="90000"/>
                </a:lnSpc>
                <a:spcBef>
                  <a:spcPct val="0"/>
                </a:spcBef>
                <a:spcAft>
                  <a:spcPct val="0"/>
                </a:spcAft>
              </a:pPr>
              <a:t>FY2016</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4CA09190-4BC7-8103-608E-57A2874B8A64}"/>
              </a:ext>
            </a:extLst>
          </p:cNvPr>
          <p:cNvSpPr/>
          <p:nvPr>
            <p:custDataLst>
              <p:tags r:id="rId6"/>
            </p:custDataLst>
          </p:nvPr>
        </p:nvSpPr>
        <p:spPr bwMode="gray">
          <a:xfrm>
            <a:off x="7696200" y="5284788"/>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D9F3BBDE-CB12-4879-864D-C5D903BE5EA8}" type="datetime'''''FY''''2''''''''''''''''0''''''''''''''''''''''17'''''''">
              <a:rPr lang="ja-JP" altLang="en-US" sz="1400" smtClean="0">
                <a:solidFill>
                  <a:schemeClr val="tx1"/>
                </a:solidFill>
              </a:rPr>
              <a:pPr/>
              <a:t>FY2017</a:t>
            </a:fld>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D5A2788A-EF1A-3817-54B3-64A4797E61F8}"/>
              </a:ext>
            </a:extLst>
          </p:cNvPr>
          <p:cNvSpPr/>
          <p:nvPr>
            <p:custDataLst>
              <p:tags r:id="rId7"/>
            </p:custDataLst>
          </p:nvPr>
        </p:nvSpPr>
        <p:spPr bwMode="gray">
          <a:xfrm>
            <a:off x="8424863" y="5151438"/>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2018BADB-7F51-487C-B270-921793ED7E7A}" type="datetime'''''F''''''''''''''Y2''0''1''''''''''''''''''''''''8'''''">
              <a:rPr lang="ja-JP" altLang="en-US" sz="1400" smtClean="0">
                <a:solidFill>
                  <a:schemeClr val="tx1"/>
                </a:solidFill>
              </a:rPr>
              <a:pPr>
                <a:lnSpc>
                  <a:spcPct val="90000"/>
                </a:lnSpc>
                <a:spcBef>
                  <a:spcPct val="0"/>
                </a:spcBef>
                <a:spcAft>
                  <a:spcPct val="0"/>
                </a:spcAft>
              </a:pPr>
              <a:t>FY2018</a:t>
            </a:fld>
            <a:endParaRPr kumimoji="1" lang="ja-JP" altLang="en-US" sz="1400" dirty="0">
              <a:solidFill>
                <a:schemeClr val="tx1"/>
              </a:solidFill>
            </a:endParaRPr>
          </a:p>
        </p:txBody>
      </p:sp>
      <p:sp>
        <p:nvSpPr>
          <p:cNvPr id="13" name="正方形/長方形 12">
            <a:extLst>
              <a:ext uri="{FF2B5EF4-FFF2-40B4-BE49-F238E27FC236}">
                <a16:creationId xmlns:a16="http://schemas.microsoft.com/office/drawing/2014/main" id="{67485271-6AED-75B7-2F75-A13E78E1B547}"/>
              </a:ext>
            </a:extLst>
          </p:cNvPr>
          <p:cNvSpPr/>
          <p:nvPr>
            <p:custDataLst>
              <p:tags r:id="rId8"/>
            </p:custDataLst>
          </p:nvPr>
        </p:nvSpPr>
        <p:spPr bwMode="gray">
          <a:xfrm>
            <a:off x="9131300" y="4162425"/>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BA2C262C-E8DB-4EF6-8AB2-59C8F84C7E61}" type="datetime'F''''''''''''''''Y''''''2''''''''''''0''1''''9'">
              <a:rPr lang="ja-JP" altLang="en-US" sz="1400" smtClean="0">
                <a:solidFill>
                  <a:schemeClr val="tx1"/>
                </a:solidFill>
              </a:rPr>
              <a:pPr>
                <a:lnSpc>
                  <a:spcPct val="90000"/>
                </a:lnSpc>
                <a:spcBef>
                  <a:spcPct val="0"/>
                </a:spcBef>
                <a:spcAft>
                  <a:spcPct val="0"/>
                </a:spcAft>
              </a:pPr>
              <a:t>FY2019</a:t>
            </a:fld>
            <a:endParaRPr kumimoji="1" lang="ja-JP" altLang="en-US" sz="1400" dirty="0">
              <a:solidFill>
                <a:schemeClr val="tx1"/>
              </a:solidFill>
            </a:endParaRPr>
          </a:p>
        </p:txBody>
      </p:sp>
      <p:sp>
        <p:nvSpPr>
          <p:cNvPr id="14" name="正方形/長方形 13">
            <a:extLst>
              <a:ext uri="{FF2B5EF4-FFF2-40B4-BE49-F238E27FC236}">
                <a16:creationId xmlns:a16="http://schemas.microsoft.com/office/drawing/2014/main" id="{FF9BB2B9-EA0E-EEF8-E9A4-F7C583F600C2}"/>
              </a:ext>
            </a:extLst>
          </p:cNvPr>
          <p:cNvSpPr/>
          <p:nvPr>
            <p:custDataLst>
              <p:tags r:id="rId9"/>
            </p:custDataLst>
          </p:nvPr>
        </p:nvSpPr>
        <p:spPr bwMode="gray">
          <a:xfrm>
            <a:off x="10021888" y="3883025"/>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4F0DEA52-1CBC-4CF3-A0C3-6F77DEA9F0C9}" type="datetime'''''''''F''''''''''''Y2''''''''''''''''''0''2''''0'''">
              <a:rPr lang="ja-JP" altLang="en-US" sz="1400" smtClean="0">
                <a:solidFill>
                  <a:schemeClr val="tx1"/>
                </a:solidFill>
              </a:rPr>
              <a:pPr/>
              <a:t>FY2020</a:t>
            </a:fld>
            <a:endParaRPr kumimoji="1" lang="ja-JP" altLang="en-US" sz="1400" dirty="0">
              <a:solidFill>
                <a:schemeClr val="tx1"/>
              </a:solidFill>
            </a:endParaRPr>
          </a:p>
        </p:txBody>
      </p:sp>
      <p:sp>
        <p:nvSpPr>
          <p:cNvPr id="15" name="正方形/長方形 14">
            <a:extLst>
              <a:ext uri="{FF2B5EF4-FFF2-40B4-BE49-F238E27FC236}">
                <a16:creationId xmlns:a16="http://schemas.microsoft.com/office/drawing/2014/main" id="{3F8B67F6-CE26-367C-BF4A-6C1DE0A6C456}"/>
              </a:ext>
            </a:extLst>
          </p:cNvPr>
          <p:cNvSpPr/>
          <p:nvPr>
            <p:custDataLst>
              <p:tags r:id="rId10"/>
            </p:custDataLst>
          </p:nvPr>
        </p:nvSpPr>
        <p:spPr bwMode="gray">
          <a:xfrm>
            <a:off x="10539413" y="2927350"/>
            <a:ext cx="581025" cy="192088"/>
          </a:xfrm>
          <a:prstGeom prst="rect">
            <a:avLst/>
          </a:prstGeom>
          <a:noFill/>
          <a:ln>
            <a:noFill/>
          </a:ln>
          <a:effectLst/>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8847E013-725D-484F-91FE-76AEB91FCB24}" type="datetime'''FY''''''''''''''''''''''''''''''''''2''0''''''''''''21'">
              <a:rPr lang="ja-JP" altLang="en-US" sz="1400" smtClean="0">
                <a:solidFill>
                  <a:schemeClr val="tx1"/>
                </a:solidFill>
              </a:rPr>
              <a:pPr>
                <a:lnSpc>
                  <a:spcPct val="90000"/>
                </a:lnSpc>
                <a:spcBef>
                  <a:spcPct val="0"/>
                </a:spcBef>
                <a:spcAft>
                  <a:spcPct val="0"/>
                </a:spcAft>
              </a:pPr>
              <a:t>FY2021</a:t>
            </a:fld>
            <a:endParaRPr kumimoji="1" lang="ja-JP" altLang="en-US" sz="1400" dirty="0">
              <a:solidFill>
                <a:schemeClr val="tx1"/>
              </a:solidFill>
            </a:endParaRPr>
          </a:p>
        </p:txBody>
      </p:sp>
      <p:sp>
        <p:nvSpPr>
          <p:cNvPr id="18" name="正方形/長方形 17">
            <a:extLst>
              <a:ext uri="{FF2B5EF4-FFF2-40B4-BE49-F238E27FC236}">
                <a16:creationId xmlns:a16="http://schemas.microsoft.com/office/drawing/2014/main" id="{CC387F8F-69B8-EBD2-B7A3-8288759D151C}"/>
              </a:ext>
            </a:extLst>
          </p:cNvPr>
          <p:cNvSpPr/>
          <p:nvPr>
            <p:custDataLst>
              <p:tags r:id="rId11"/>
            </p:custDataLst>
          </p:nvPr>
        </p:nvSpPr>
        <p:spPr bwMode="gray">
          <a:xfrm>
            <a:off x="10674350" y="2667000"/>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F90C2D5B-35B7-481A-B395-0B654699B011}" type="datetime'FY''''''2''''''''''02''''''''''''2'''''''''''''''''''">
              <a:rPr lang="ja-JP" altLang="en-US" sz="1400" smtClean="0">
                <a:solidFill>
                  <a:schemeClr val="tx1"/>
                </a:solidFill>
              </a:rPr>
              <a:pPr/>
              <a:t>FY2022</a:t>
            </a:fld>
            <a:endParaRPr kumimoji="1" lang="ja-JP" altLang="en-US" sz="1400" dirty="0">
              <a:solidFill>
                <a:schemeClr val="tx1"/>
              </a:solidFill>
            </a:endParaRPr>
          </a:p>
        </p:txBody>
      </p:sp>
      <p:sp>
        <p:nvSpPr>
          <p:cNvPr id="19" name="正方形/長方形 18">
            <a:extLst>
              <a:ext uri="{FF2B5EF4-FFF2-40B4-BE49-F238E27FC236}">
                <a16:creationId xmlns:a16="http://schemas.microsoft.com/office/drawing/2014/main" id="{A2301455-2CBD-170B-1232-F7E798E2CF7B}"/>
              </a:ext>
            </a:extLst>
          </p:cNvPr>
          <p:cNvSpPr/>
          <p:nvPr>
            <p:custDataLst>
              <p:tags r:id="rId12"/>
            </p:custDataLst>
          </p:nvPr>
        </p:nvSpPr>
        <p:spPr bwMode="gray">
          <a:xfrm>
            <a:off x="10987088" y="2081213"/>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983E5AE9-B1E2-4543-A42E-818E2B11171A}" type="datetime'''''''''FY''2''''''''''''''''0''''''''''''''''''''23'''''">
              <a:rPr lang="ja-JP" altLang="en-US" sz="1400" smtClean="0">
                <a:solidFill>
                  <a:schemeClr val="tx1"/>
                </a:solidFill>
              </a:rPr>
              <a:pPr>
                <a:lnSpc>
                  <a:spcPct val="90000"/>
                </a:lnSpc>
                <a:spcBef>
                  <a:spcPct val="0"/>
                </a:spcBef>
                <a:spcAft>
                  <a:spcPct val="0"/>
                </a:spcAft>
              </a:pPr>
              <a:t>FY2023</a:t>
            </a:fld>
            <a:endParaRPr kumimoji="1" lang="ja-JP" altLang="en-US" sz="1400" dirty="0">
              <a:solidFill>
                <a:schemeClr val="tx1"/>
              </a:solidFill>
            </a:endParaRPr>
          </a:p>
        </p:txBody>
      </p:sp>
      <p:sp>
        <p:nvSpPr>
          <p:cNvPr id="20" name="正方形/長方形 19">
            <a:extLst>
              <a:ext uri="{FF2B5EF4-FFF2-40B4-BE49-F238E27FC236}">
                <a16:creationId xmlns:a16="http://schemas.microsoft.com/office/drawing/2014/main" id="{84D466A1-861E-350E-0E0B-46A92778921A}"/>
              </a:ext>
            </a:extLst>
          </p:cNvPr>
          <p:cNvSpPr/>
          <p:nvPr>
            <p:custDataLst>
              <p:tags r:id="rId13"/>
            </p:custDataLst>
          </p:nvPr>
        </p:nvSpPr>
        <p:spPr bwMode="gray">
          <a:xfrm>
            <a:off x="10728325" y="3330575"/>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7398B1B1-78D2-4921-BFED-6FDEF2E2CF0A}" type="datetime'F''Y''''''''''''''''''''''''''''20''''''2''4'''''''">
              <a:rPr lang="ja-JP" altLang="en-US" sz="1400" smtClean="0">
                <a:solidFill>
                  <a:schemeClr val="tx1"/>
                </a:solidFill>
              </a:rPr>
              <a:pPr/>
              <a:t>FY2024</a:t>
            </a:fld>
            <a:endParaRPr kumimoji="1" lang="ja-JP" altLang="en-US" sz="1400" dirty="0">
              <a:solidFill>
                <a:schemeClr val="tx1"/>
              </a:solidFill>
            </a:endParaRPr>
          </a:p>
        </p:txBody>
      </p:sp>
      <p:sp>
        <p:nvSpPr>
          <p:cNvPr id="21" name="正方形/長方形 20">
            <a:extLst>
              <a:ext uri="{FF2B5EF4-FFF2-40B4-BE49-F238E27FC236}">
                <a16:creationId xmlns:a16="http://schemas.microsoft.com/office/drawing/2014/main" id="{42B2EEB4-38A1-B377-C67A-A79CADDF0499}"/>
              </a:ext>
            </a:extLst>
          </p:cNvPr>
          <p:cNvSpPr/>
          <p:nvPr>
            <p:custDataLst>
              <p:tags r:id="rId14"/>
            </p:custDataLst>
          </p:nvPr>
        </p:nvSpPr>
        <p:spPr bwMode="gray">
          <a:xfrm>
            <a:off x="10996613" y="3735388"/>
            <a:ext cx="5810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noAutofit/>
          </a:bodyPr>
          <a:lstStyle/>
          <a:p>
            <a:pPr>
              <a:lnSpc>
                <a:spcPct val="90000"/>
              </a:lnSpc>
              <a:spcBef>
                <a:spcPct val="0"/>
              </a:spcBef>
              <a:spcAft>
                <a:spcPct val="0"/>
              </a:spcAft>
            </a:pPr>
            <a:fld id="{8545BB8C-DAC2-4748-B1B0-0885405269A6}" type="datetime'''''F''''Y''''''''2''''''''''''''''''02''5'">
              <a:rPr lang="ja-JP" altLang="en-US" sz="1400" smtClean="0">
                <a:solidFill>
                  <a:schemeClr val="tx1"/>
                </a:solidFill>
              </a:rPr>
              <a:pPr/>
              <a:t>FY2025</a:t>
            </a:fld>
            <a:endParaRPr kumimoji="1" lang="ja-JP" altLang="en-US" sz="1400" dirty="0">
              <a:solidFill>
                <a:schemeClr val="tx1"/>
              </a:solidFill>
            </a:endParaRPr>
          </a:p>
        </p:txBody>
      </p:sp>
      <p:sp>
        <p:nvSpPr>
          <p:cNvPr id="5" name="コンテンツ プレースホルダー 4">
            <a:extLst>
              <a:ext uri="{FF2B5EF4-FFF2-40B4-BE49-F238E27FC236}">
                <a16:creationId xmlns:a16="http://schemas.microsoft.com/office/drawing/2014/main" id="{ADDBFE95-FDCB-B1FA-A1C8-94539900EE3B}"/>
              </a:ext>
            </a:extLst>
          </p:cNvPr>
          <p:cNvSpPr>
            <a:spLocks noGrp="1"/>
          </p:cNvSpPr>
          <p:nvPr>
            <p:ph sz="quarter" idx="13"/>
          </p:nvPr>
        </p:nvSpPr>
        <p:spPr>
          <a:xfrm>
            <a:off x="334964" y="1766472"/>
            <a:ext cx="5130800" cy="4129920"/>
          </a:xfrm>
        </p:spPr>
        <p:txBody>
          <a:bodyPr/>
          <a:lstStyle/>
          <a:p>
            <a:pPr marL="342900" indent="-342900">
              <a:buFont typeface="Arial" panose="020B0604020202020204" pitchFamily="34" charset="0"/>
              <a:buChar char="•"/>
            </a:pPr>
            <a:r>
              <a:rPr kumimoji="1" lang="en-US" altLang="ja-JP" sz="2800" b="1" dirty="0">
                <a:solidFill>
                  <a:schemeClr val="accent2"/>
                </a:solidFill>
                <a:latin typeface="+mn-ea"/>
              </a:rPr>
              <a:t>15.0 </a:t>
            </a:r>
            <a:r>
              <a:rPr kumimoji="1" lang="en-US" altLang="ja-JP" sz="1800" b="1" dirty="0">
                <a:solidFill>
                  <a:schemeClr val="accent2"/>
                </a:solidFill>
                <a:latin typeface="+mn-ea"/>
              </a:rPr>
              <a:t>TWh</a:t>
            </a:r>
            <a:br>
              <a:rPr kumimoji="1" lang="en-US" altLang="ja-JP" sz="1800" dirty="0">
                <a:latin typeface="+mn-ea"/>
              </a:rPr>
            </a:br>
            <a:r>
              <a:rPr kumimoji="1" lang="en-US" altLang="ja-JP" sz="1800" dirty="0">
                <a:latin typeface="+mn-ea"/>
              </a:rPr>
              <a:t>FY2025</a:t>
            </a:r>
            <a:r>
              <a:rPr kumimoji="1" lang="ja-JP" altLang="en-US" sz="1800" dirty="0">
                <a:latin typeface="+mn-ea"/>
              </a:rPr>
              <a:t>の太陽光発電量（過去最高）</a:t>
            </a:r>
            <a:endParaRPr kumimoji="1" lang="en-US" altLang="ja-JP" sz="1800" dirty="0">
              <a:latin typeface="+mn-ea"/>
            </a:endParaRPr>
          </a:p>
          <a:p>
            <a:pPr marL="342900" indent="-342900">
              <a:buFont typeface="Arial" panose="020B0604020202020204" pitchFamily="34" charset="0"/>
              <a:buChar char="•"/>
            </a:pPr>
            <a:r>
              <a:rPr kumimoji="1" lang="en-US" altLang="ja-JP" sz="2800" b="1" dirty="0">
                <a:solidFill>
                  <a:schemeClr val="accent2"/>
                </a:solidFill>
                <a:latin typeface="+mn-ea"/>
              </a:rPr>
              <a:t>2.1</a:t>
            </a:r>
            <a:r>
              <a:rPr kumimoji="1" lang="ja-JP" altLang="en-US" sz="1800" b="1" dirty="0">
                <a:solidFill>
                  <a:schemeClr val="accent2"/>
                </a:solidFill>
                <a:latin typeface="+mn-ea"/>
              </a:rPr>
              <a:t>倍</a:t>
            </a:r>
            <a:br>
              <a:rPr kumimoji="1" lang="en-US" altLang="ja-JP" sz="1800" dirty="0">
                <a:latin typeface="+mn-ea"/>
              </a:rPr>
            </a:br>
            <a:r>
              <a:rPr kumimoji="1" lang="en-US" altLang="ja-JP" sz="1800" dirty="0">
                <a:latin typeface="+mn-ea"/>
              </a:rPr>
              <a:t>FY2016</a:t>
            </a:r>
            <a:r>
              <a:rPr kumimoji="1" lang="ja-JP" altLang="en-US" sz="1800" dirty="0">
                <a:latin typeface="+mn-ea"/>
              </a:rPr>
              <a:t>比（</a:t>
            </a:r>
            <a:r>
              <a:rPr kumimoji="1" lang="en-US" altLang="ja-JP" sz="1800" dirty="0">
                <a:latin typeface="+mn-ea"/>
              </a:rPr>
              <a:t>7.1 → 15.0 TWh</a:t>
            </a:r>
            <a:r>
              <a:rPr kumimoji="1" lang="ja-JP" altLang="en-US" sz="1800" dirty="0">
                <a:latin typeface="+mn-ea"/>
              </a:rPr>
              <a:t>）</a:t>
            </a:r>
          </a:p>
          <a:p>
            <a:pPr marL="342900" indent="-342900">
              <a:buFont typeface="Arial" panose="020B0604020202020204" pitchFamily="34" charset="0"/>
              <a:buChar char="•"/>
            </a:pPr>
            <a:r>
              <a:rPr kumimoji="1" lang="en-US" altLang="ja-JP" sz="2800" b="1" dirty="0">
                <a:solidFill>
                  <a:schemeClr val="accent2"/>
                </a:solidFill>
                <a:latin typeface="+mn-ea"/>
              </a:rPr>
              <a:t>8.2 → 17.3</a:t>
            </a:r>
            <a:r>
              <a:rPr kumimoji="1" lang="en-US" altLang="ja-JP" sz="1800" b="1" dirty="0">
                <a:solidFill>
                  <a:schemeClr val="accent2"/>
                </a:solidFill>
                <a:latin typeface="+mn-ea"/>
              </a:rPr>
              <a:t>%</a:t>
            </a:r>
            <a:br>
              <a:rPr kumimoji="1" lang="en-US" altLang="ja-JP" sz="1800" dirty="0">
                <a:latin typeface="+mn-ea"/>
              </a:rPr>
            </a:br>
            <a:r>
              <a:rPr kumimoji="1" lang="ja-JP" altLang="en-US" sz="1800" dirty="0">
                <a:latin typeface="+mn-ea"/>
              </a:rPr>
              <a:t>発電量シェア（対エリア需要）</a:t>
            </a:r>
          </a:p>
          <a:p>
            <a:pPr marL="342900" indent="-342900">
              <a:buFont typeface="Arial" panose="020B0604020202020204" pitchFamily="34" charset="0"/>
              <a:buChar char="•"/>
            </a:pPr>
            <a:endParaRPr kumimoji="1" lang="en-US" altLang="ja-JP" sz="1800" dirty="0">
              <a:latin typeface="+mn-ea"/>
            </a:endParaRPr>
          </a:p>
          <a:p>
            <a:endParaRPr kumimoji="1" lang="en-US" altLang="ja-JP" sz="1800" dirty="0">
              <a:latin typeface="+mn-ea"/>
            </a:endParaRPr>
          </a:p>
          <a:p>
            <a:r>
              <a:rPr lang="en-US" altLang="ja-JP" sz="1800" b="1" dirty="0">
                <a:latin typeface="+mn-ea"/>
              </a:rPr>
              <a:t>0.01</a:t>
            </a:r>
            <a:r>
              <a:rPr lang="ja-JP" altLang="en-US" sz="1800" b="1" dirty="0">
                <a:latin typeface="+mn-ea"/>
              </a:rPr>
              <a:t>円コマ減少の要因は太陽光の失速ではない</a:t>
            </a:r>
            <a:endParaRPr kumimoji="1" lang="ja-JP" altLang="en-US" sz="1800" b="1" dirty="0">
              <a:latin typeface="+mn-ea"/>
            </a:endParaRPr>
          </a:p>
        </p:txBody>
      </p:sp>
      <p:sp>
        <p:nvSpPr>
          <p:cNvPr id="6" name="二等辺三角形 5">
            <a:extLst>
              <a:ext uri="{FF2B5EF4-FFF2-40B4-BE49-F238E27FC236}">
                <a16:creationId xmlns:a16="http://schemas.microsoft.com/office/drawing/2014/main" id="{EEF2D6CF-C52E-A25E-9EDB-5DE6DFFDB6B5}"/>
              </a:ext>
            </a:extLst>
          </p:cNvPr>
          <p:cNvSpPr/>
          <p:nvPr/>
        </p:nvSpPr>
        <p:spPr>
          <a:xfrm rot="10800000">
            <a:off x="1734531" y="4751109"/>
            <a:ext cx="1451727" cy="31746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892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AC708-5EAE-1735-C0D9-1CE54E51AE40}"/>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F00900E-5104-E96E-59C0-F70F966C8E5C}"/>
              </a:ext>
            </a:extLst>
          </p:cNvPr>
          <p:cNvGraphicFramePr>
            <a:graphicFrameLocks/>
          </p:cNvGraphicFramePr>
          <p:nvPr>
            <p:custDataLst>
              <p:tags r:id="rId1"/>
            </p:custDataLst>
            <p:extLst>
              <p:ext uri="{D42A27DB-BD31-4B8C-83A1-F6EECF244321}">
                <p14:modId xmlns:p14="http://schemas.microsoft.com/office/powerpoint/2010/main" val="1315750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5" imgW="404" imgH="405" progId="TCLayout.ActiveDocument.1">
                  <p:embed/>
                </p:oleObj>
              </mc:Choice>
              <mc:Fallback>
                <p:oleObj name="think-cellスライド" r:id="rId35" imgW="404" imgH="405" progId="TCLayout.ActiveDocument.1">
                  <p:embed/>
                  <p:pic>
                    <p:nvPicPr>
                      <p:cNvPr id="9" name="think-cell data - do not delete" hidden="1">
                        <a:extLst>
                          <a:ext uri="{FF2B5EF4-FFF2-40B4-BE49-F238E27FC236}">
                            <a16:creationId xmlns:a16="http://schemas.microsoft.com/office/drawing/2014/main" id="{8F00900E-5104-E96E-59C0-F70F966C8E5C}"/>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9E2EF687-E70E-9250-EFF0-BFF6EEB5197F}"/>
              </a:ext>
            </a:extLst>
          </p:cNvPr>
          <p:cNvSpPr>
            <a:spLocks noGrp="1"/>
          </p:cNvSpPr>
          <p:nvPr>
            <p:ph idx="1"/>
          </p:nvPr>
        </p:nvSpPr>
        <p:spPr/>
        <p:txBody>
          <a:bodyPr/>
          <a:lstStyle/>
          <a:p>
            <a:r>
              <a:rPr lang="ja-JP" altLang="en-US" b="1"/>
              <a:t>価格構造の変化</a:t>
            </a:r>
            <a:endParaRPr lang="ja-JP" altLang="en" b="1" dirty="0"/>
          </a:p>
        </p:txBody>
      </p:sp>
      <p:sp>
        <p:nvSpPr>
          <p:cNvPr id="3" name="スライド番号プレースホルダー 2">
            <a:extLst>
              <a:ext uri="{FF2B5EF4-FFF2-40B4-BE49-F238E27FC236}">
                <a16:creationId xmlns:a16="http://schemas.microsoft.com/office/drawing/2014/main" id="{E4802716-45F1-8E4B-3717-C2E8259028EA}"/>
              </a:ext>
            </a:extLst>
          </p:cNvPr>
          <p:cNvSpPr>
            <a:spLocks noGrp="1"/>
          </p:cNvSpPr>
          <p:nvPr>
            <p:ph type="sldNum" sz="quarter" idx="12"/>
          </p:nvPr>
        </p:nvSpPr>
        <p:spPr/>
        <p:txBody>
          <a:bodyPr/>
          <a:lstStyle/>
          <a:p>
            <a:fld id="{3B09FD7E-EA79-4AC9-B47C-47EE1A48B026}" type="slidenum">
              <a:rPr kumimoji="1" lang="ja-JP" altLang="en-US" smtClean="0"/>
              <a:t>7</a:t>
            </a:fld>
            <a:endParaRPr kumimoji="1" lang="ja-JP" altLang="en-US"/>
          </a:p>
        </p:txBody>
      </p:sp>
      <p:sp>
        <p:nvSpPr>
          <p:cNvPr id="4" name="タイトル 3">
            <a:extLst>
              <a:ext uri="{FF2B5EF4-FFF2-40B4-BE49-F238E27FC236}">
                <a16:creationId xmlns:a16="http://schemas.microsoft.com/office/drawing/2014/main" id="{53D8D043-E7E6-AA43-4BA8-7FCA2A08A992}"/>
              </a:ext>
            </a:extLst>
          </p:cNvPr>
          <p:cNvSpPr>
            <a:spLocks noGrp="1"/>
          </p:cNvSpPr>
          <p:nvPr>
            <p:ph type="title"/>
          </p:nvPr>
        </p:nvSpPr>
        <p:spPr/>
        <p:txBody>
          <a:bodyPr/>
          <a:lstStyle/>
          <a:p>
            <a:endParaRPr kumimoji="1" lang="ja-JP" altLang="en-US"/>
          </a:p>
        </p:txBody>
      </p:sp>
      <p:graphicFrame>
        <p:nvGraphicFramePr>
          <p:cNvPr id="364" name="Chart 3">
            <a:extLst>
              <a:ext uri="{FF2B5EF4-FFF2-40B4-BE49-F238E27FC236}">
                <a16:creationId xmlns:a16="http://schemas.microsoft.com/office/drawing/2014/main" id="{1FA769BB-2810-6559-9F3F-67633D335D27}"/>
              </a:ext>
            </a:extLst>
          </p:cNvPr>
          <p:cNvGraphicFramePr/>
          <p:nvPr>
            <p:custDataLst>
              <p:tags r:id="rId2"/>
            </p:custDataLst>
            <p:extLst>
              <p:ext uri="{D42A27DB-BD31-4B8C-83A1-F6EECF244321}">
                <p14:modId xmlns:p14="http://schemas.microsoft.com/office/powerpoint/2010/main" val="4077383858"/>
              </p:ext>
            </p:extLst>
          </p:nvPr>
        </p:nvGraphicFramePr>
        <p:xfrm>
          <a:off x="6527800" y="2132013"/>
          <a:ext cx="5681663" cy="3808412"/>
        </p:xfrm>
        <a:graphic>
          <a:graphicData uri="http://schemas.openxmlformats.org/drawingml/2006/chart">
            <c:chart xmlns:c="http://schemas.openxmlformats.org/drawingml/2006/chart" xmlns:r="http://schemas.openxmlformats.org/officeDocument/2006/relationships" r:id="rId37"/>
          </a:graphicData>
        </a:graphic>
      </p:graphicFrame>
      <p:sp>
        <p:nvSpPr>
          <p:cNvPr id="358" name="正方形/長方形 357">
            <a:extLst>
              <a:ext uri="{FF2B5EF4-FFF2-40B4-BE49-F238E27FC236}">
                <a16:creationId xmlns:a16="http://schemas.microsoft.com/office/drawing/2014/main" id="{0CF9DEE4-F78D-C797-B6FE-2C54C51DE15A}"/>
              </a:ext>
            </a:extLst>
          </p:cNvPr>
          <p:cNvSpPr/>
          <p:nvPr>
            <p:custDataLst>
              <p:tags r:id="rId3"/>
            </p:custDataLst>
          </p:nvPr>
        </p:nvSpPr>
        <p:spPr bwMode="auto">
          <a:xfrm>
            <a:off x="11652250" y="5900738"/>
            <a:ext cx="3556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r">
              <a:lnSpc>
                <a:spcPct val="110000"/>
              </a:lnSpc>
              <a:spcBef>
                <a:spcPct val="0"/>
              </a:spcBef>
              <a:spcAft>
                <a:spcPct val="0"/>
              </a:spcAft>
            </a:pPr>
            <a:r>
              <a:rPr lang="ja-JP" altLang="en-US" sz="1400" dirty="0">
                <a:solidFill>
                  <a:schemeClr val="tx1"/>
                </a:solidFill>
              </a:rPr>
              <a:t>時刻</a:t>
            </a:r>
            <a:endParaRPr kumimoji="1" lang="ja-JP" altLang="en-US" sz="1400" dirty="0">
              <a:solidFill>
                <a:schemeClr val="tx1"/>
              </a:solidFill>
            </a:endParaRPr>
          </a:p>
        </p:txBody>
      </p:sp>
      <p:sp>
        <p:nvSpPr>
          <p:cNvPr id="349" name="正方形/長方形 348">
            <a:extLst>
              <a:ext uri="{FF2B5EF4-FFF2-40B4-BE49-F238E27FC236}">
                <a16:creationId xmlns:a16="http://schemas.microsoft.com/office/drawing/2014/main" id="{CD370C4F-B08E-2190-9F24-C32B1828F793}"/>
              </a:ext>
            </a:extLst>
          </p:cNvPr>
          <p:cNvSpPr/>
          <p:nvPr>
            <p:custDataLst>
              <p:tags r:id="rId4"/>
            </p:custDataLst>
          </p:nvPr>
        </p:nvSpPr>
        <p:spPr bwMode="auto">
          <a:xfrm>
            <a:off x="6273800" y="2617788"/>
            <a:ext cx="234950" cy="2535238"/>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r>
              <a:rPr lang="ja-JP" altLang="en-US" sz="1400" dirty="0">
                <a:solidFill>
                  <a:schemeClr val="tx1"/>
                </a:solidFill>
                <a:effectLst/>
              </a:rPr>
              <a:t>九州エリアプライス（</a:t>
            </a:r>
            <a:r>
              <a:rPr lang="ja-JP" altLang="en-US" sz="1400" dirty="0">
                <a:solidFill>
                  <a:schemeClr val="tx1"/>
                </a:solidFill>
              </a:rPr>
              <a:t>円</a:t>
            </a:r>
            <a:r>
              <a:rPr lang="en-US" altLang="ja-JP" sz="1400" dirty="0">
                <a:solidFill>
                  <a:schemeClr val="tx1"/>
                </a:solidFill>
              </a:rPr>
              <a:t>/kWh</a:t>
            </a:r>
            <a:r>
              <a:rPr lang="ja-JP" altLang="en-US" sz="1400" dirty="0">
                <a:solidFill>
                  <a:schemeClr val="tx1"/>
                </a:solidFill>
                <a:effectLst/>
              </a:rPr>
              <a:t>）</a:t>
            </a: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518AB464-D1DF-3C5D-3253-6874221ED840}"/>
              </a:ext>
            </a:extLst>
          </p:cNvPr>
          <p:cNvSpPr txBox="1"/>
          <p:nvPr/>
        </p:nvSpPr>
        <p:spPr>
          <a:xfrm>
            <a:off x="7347719" y="1856960"/>
            <a:ext cx="4377556" cy="338554"/>
          </a:xfrm>
          <a:prstGeom prst="rect">
            <a:avLst/>
          </a:prstGeom>
          <a:noFill/>
        </p:spPr>
        <p:txBody>
          <a:bodyPr wrap="square">
            <a:spAutoFit/>
          </a:bodyPr>
          <a:lstStyle/>
          <a:p>
            <a:pPr algn="ctr"/>
            <a:r>
              <a:rPr lang="ja-JP" altLang="en-US" sz="1600" b="1" dirty="0">
                <a:latin typeface="+mn-ea"/>
              </a:rPr>
              <a:t>時間帯別平均価格カーブ（円</a:t>
            </a:r>
            <a:r>
              <a:rPr lang="en-US" altLang="ja-JP" sz="1600" b="1" dirty="0">
                <a:latin typeface="+mn-ea"/>
              </a:rPr>
              <a:t>/kWh</a:t>
            </a:r>
            <a:r>
              <a:rPr lang="ja-JP" altLang="en-US" sz="1600" b="1" dirty="0">
                <a:latin typeface="+mn-ea"/>
              </a:rPr>
              <a:t>）</a:t>
            </a:r>
            <a:endParaRPr lang="ja-JP" altLang="en-US" sz="1600" dirty="0"/>
          </a:p>
        </p:txBody>
      </p:sp>
      <p:graphicFrame>
        <p:nvGraphicFramePr>
          <p:cNvPr id="347" name="Chart 3">
            <a:extLst>
              <a:ext uri="{FF2B5EF4-FFF2-40B4-BE49-F238E27FC236}">
                <a16:creationId xmlns:a16="http://schemas.microsoft.com/office/drawing/2014/main" id="{927C8D29-4041-D636-9B94-B2534A46C060}"/>
              </a:ext>
            </a:extLst>
          </p:cNvPr>
          <p:cNvGraphicFramePr/>
          <p:nvPr>
            <p:custDataLst>
              <p:tags r:id="rId5"/>
            </p:custDataLst>
            <p:extLst>
              <p:ext uri="{D42A27DB-BD31-4B8C-83A1-F6EECF244321}">
                <p14:modId xmlns:p14="http://schemas.microsoft.com/office/powerpoint/2010/main" val="3124676933"/>
              </p:ext>
            </p:extLst>
          </p:nvPr>
        </p:nvGraphicFramePr>
        <p:xfrm>
          <a:off x="-33338" y="2154238"/>
          <a:ext cx="6049962" cy="3960812"/>
        </p:xfrm>
        <a:graphic>
          <a:graphicData uri="http://schemas.openxmlformats.org/drawingml/2006/chart">
            <c:chart xmlns:c="http://schemas.openxmlformats.org/drawingml/2006/chart" xmlns:r="http://schemas.openxmlformats.org/officeDocument/2006/relationships" r:id="rId38"/>
          </a:graphicData>
        </a:graphic>
      </p:graphicFrame>
      <p:sp>
        <p:nvSpPr>
          <p:cNvPr id="329" name="正方形/長方形 328">
            <a:extLst>
              <a:ext uri="{FF2B5EF4-FFF2-40B4-BE49-F238E27FC236}">
                <a16:creationId xmlns:a16="http://schemas.microsoft.com/office/drawing/2014/main" id="{98E2BB10-D352-434B-C023-5F82B6A0877A}"/>
              </a:ext>
            </a:extLst>
          </p:cNvPr>
          <p:cNvSpPr/>
          <p:nvPr>
            <p:custDataLst>
              <p:tags r:id="rId6"/>
            </p:custDataLst>
          </p:nvPr>
        </p:nvSpPr>
        <p:spPr bwMode="auto">
          <a:xfrm>
            <a:off x="360363" y="2078038"/>
            <a:ext cx="3556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noAutofit/>
          </a:bodyPr>
          <a:lstStyle/>
          <a:p>
            <a:pPr algn="ctr">
              <a:lnSpc>
                <a:spcPct val="110000"/>
              </a:lnSpc>
              <a:spcBef>
                <a:spcPct val="0"/>
              </a:spcBef>
              <a:spcAft>
                <a:spcPct val="0"/>
              </a:spcAft>
            </a:pPr>
            <a:r>
              <a:rPr lang="ja-JP" altLang="en-US" sz="1400" dirty="0">
                <a:solidFill>
                  <a:schemeClr val="tx1"/>
                </a:solidFill>
                <a:effectLst/>
              </a:rPr>
              <a:t>日数</a:t>
            </a:r>
            <a:endParaRPr kumimoji="1" lang="ja-JP" altLang="en-US" sz="1400" dirty="0">
              <a:solidFill>
                <a:schemeClr val="tx1"/>
              </a:solidFill>
            </a:endParaRPr>
          </a:p>
        </p:txBody>
      </p:sp>
      <p:sp>
        <p:nvSpPr>
          <p:cNvPr id="333" name="正方形/長方形 332">
            <a:extLst>
              <a:ext uri="{FF2B5EF4-FFF2-40B4-BE49-F238E27FC236}">
                <a16:creationId xmlns:a16="http://schemas.microsoft.com/office/drawing/2014/main" id="{71917719-90CD-B831-BF91-7F7A35ADBF1A}"/>
              </a:ext>
            </a:extLst>
          </p:cNvPr>
          <p:cNvSpPr/>
          <p:nvPr>
            <p:custDataLst>
              <p:tags r:id="rId7"/>
            </p:custDataLst>
          </p:nvPr>
        </p:nvSpPr>
        <p:spPr bwMode="auto">
          <a:xfrm>
            <a:off x="5043488" y="2078038"/>
            <a:ext cx="5334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noAutofit/>
          </a:bodyPr>
          <a:lstStyle/>
          <a:p>
            <a:pPr algn="ctr">
              <a:lnSpc>
                <a:spcPct val="110000"/>
              </a:lnSpc>
              <a:spcBef>
                <a:spcPct val="0"/>
              </a:spcBef>
              <a:spcAft>
                <a:spcPct val="0"/>
              </a:spcAft>
            </a:pPr>
            <a:r>
              <a:rPr kumimoji="1" lang="ja-JP" altLang="en-US" sz="1400" dirty="0">
                <a:solidFill>
                  <a:schemeClr val="tx1"/>
                </a:solidFill>
              </a:rPr>
              <a:t>コマ数</a:t>
            </a:r>
            <a:endParaRPr kumimoji="1" lang="en-US" altLang="ja-JP" sz="1400" dirty="0">
              <a:solidFill>
                <a:schemeClr val="tx1"/>
              </a:solidFill>
            </a:endParaRPr>
          </a:p>
        </p:txBody>
      </p:sp>
      <p:sp>
        <p:nvSpPr>
          <p:cNvPr id="62" name="正方形/長方形 61">
            <a:extLst>
              <a:ext uri="{FF2B5EF4-FFF2-40B4-BE49-F238E27FC236}">
                <a16:creationId xmlns:a16="http://schemas.microsoft.com/office/drawing/2014/main" id="{638B6018-19BA-436D-F8DB-A31F96CDB78D}"/>
              </a:ext>
            </a:extLst>
          </p:cNvPr>
          <p:cNvSpPr/>
          <p:nvPr>
            <p:custDataLst>
              <p:tags r:id="rId8"/>
            </p:custDataLst>
          </p:nvPr>
        </p:nvSpPr>
        <p:spPr bwMode="auto">
          <a:xfrm>
            <a:off x="595313"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54365631-6748-4E62-BF5C-C3AE5A7DED08}" type="datetime'''''''''''''F''''''Y''''1''''''''''''''''6'''''''''">
              <a:rPr lang="ja-JP" altLang="en-US" sz="1400" smtClean="0">
                <a:solidFill>
                  <a:schemeClr val="tx1"/>
                </a:solidFill>
              </a:rPr>
              <a:pPr algn="ctr">
                <a:lnSpc>
                  <a:spcPct val="110000"/>
                </a:lnSpc>
                <a:spcBef>
                  <a:spcPct val="0"/>
                </a:spcBef>
                <a:spcAft>
                  <a:spcPct val="0"/>
                </a:spcAft>
              </a:pPr>
              <a:t>FY16</a:t>
            </a:fld>
            <a:endParaRPr kumimoji="1" lang="ja-JP" altLang="en-US" sz="1400" dirty="0">
              <a:solidFill>
                <a:schemeClr val="tx1"/>
              </a:solidFill>
            </a:endParaRPr>
          </a:p>
        </p:txBody>
      </p:sp>
      <p:sp>
        <p:nvSpPr>
          <p:cNvPr id="63" name="正方形/長方形 62">
            <a:extLst>
              <a:ext uri="{FF2B5EF4-FFF2-40B4-BE49-F238E27FC236}">
                <a16:creationId xmlns:a16="http://schemas.microsoft.com/office/drawing/2014/main" id="{2FD7D265-DDB5-5C38-AC21-76030ACF837C}"/>
              </a:ext>
            </a:extLst>
          </p:cNvPr>
          <p:cNvSpPr/>
          <p:nvPr>
            <p:custDataLst>
              <p:tags r:id="rId9"/>
            </p:custDataLst>
          </p:nvPr>
        </p:nvSpPr>
        <p:spPr bwMode="auto">
          <a:xfrm>
            <a:off x="1071563"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3801F73F-5280-4B8B-B1B5-F2322EA9A562}" type="datetime'FY''''''''''''''''''''''''''1''''''''''''''''''''''''7'''">
              <a:rPr lang="ja-JP" altLang="en-US" sz="1400" smtClean="0">
                <a:solidFill>
                  <a:schemeClr val="tx1"/>
                </a:solidFill>
              </a:rPr>
              <a:pPr algn="ctr">
                <a:lnSpc>
                  <a:spcPct val="110000"/>
                </a:lnSpc>
                <a:spcBef>
                  <a:spcPct val="0"/>
                </a:spcBef>
                <a:spcAft>
                  <a:spcPct val="0"/>
                </a:spcAft>
              </a:pPr>
              <a:t>FY17</a:t>
            </a:fld>
            <a:endParaRPr kumimoji="1" lang="ja-JP" altLang="en-US" sz="1400" dirty="0">
              <a:solidFill>
                <a:schemeClr val="tx1"/>
              </a:solidFill>
            </a:endParaRPr>
          </a:p>
        </p:txBody>
      </p:sp>
      <p:sp>
        <p:nvSpPr>
          <p:cNvPr id="65" name="正方形/長方形 64">
            <a:extLst>
              <a:ext uri="{FF2B5EF4-FFF2-40B4-BE49-F238E27FC236}">
                <a16:creationId xmlns:a16="http://schemas.microsoft.com/office/drawing/2014/main" id="{92B743AA-8D5E-4F7A-18ED-EDAB84CBA9DF}"/>
              </a:ext>
            </a:extLst>
          </p:cNvPr>
          <p:cNvSpPr/>
          <p:nvPr>
            <p:custDataLst>
              <p:tags r:id="rId10"/>
            </p:custDataLst>
          </p:nvPr>
        </p:nvSpPr>
        <p:spPr bwMode="auto">
          <a:xfrm>
            <a:off x="1549400"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E611ED17-E449-4743-9B25-9DA9BBD8432C}" type="datetime'''''F''''''''''Y''''''''1''''''''''''''''''''''''''8'''''''''">
              <a:rPr lang="ja-JP" altLang="en-US" sz="1400" smtClean="0">
                <a:solidFill>
                  <a:schemeClr val="tx1"/>
                </a:solidFill>
              </a:rPr>
              <a:pPr algn="ctr">
                <a:lnSpc>
                  <a:spcPct val="110000"/>
                </a:lnSpc>
                <a:spcBef>
                  <a:spcPct val="0"/>
                </a:spcBef>
                <a:spcAft>
                  <a:spcPct val="0"/>
                </a:spcAft>
              </a:pPr>
              <a:t>FY18</a:t>
            </a:fld>
            <a:endParaRPr kumimoji="1" lang="ja-JP" altLang="en-US" sz="1400" dirty="0">
              <a:solidFill>
                <a:schemeClr val="tx1"/>
              </a:solidFill>
            </a:endParaRPr>
          </a:p>
        </p:txBody>
      </p:sp>
      <p:sp>
        <p:nvSpPr>
          <p:cNvPr id="76" name="正方形/長方形 75">
            <a:extLst>
              <a:ext uri="{FF2B5EF4-FFF2-40B4-BE49-F238E27FC236}">
                <a16:creationId xmlns:a16="http://schemas.microsoft.com/office/drawing/2014/main" id="{6EF1A620-93D4-E529-7885-B01888AD4F8C}"/>
              </a:ext>
            </a:extLst>
          </p:cNvPr>
          <p:cNvSpPr/>
          <p:nvPr>
            <p:custDataLst>
              <p:tags r:id="rId11"/>
            </p:custDataLst>
          </p:nvPr>
        </p:nvSpPr>
        <p:spPr bwMode="auto">
          <a:xfrm>
            <a:off x="2025650"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B8515C72-9113-453C-95B6-2AFD3C4765B3}" type="datetime'''F''''Y''''''''''''''''''1''''''''''''''''''''''''''9'''''''">
              <a:rPr lang="ja-JP" altLang="en-US" sz="1400" smtClean="0">
                <a:solidFill>
                  <a:schemeClr val="tx1"/>
                </a:solidFill>
              </a:rPr>
              <a:pPr algn="ctr">
                <a:lnSpc>
                  <a:spcPct val="110000"/>
                </a:lnSpc>
                <a:spcBef>
                  <a:spcPct val="0"/>
                </a:spcBef>
                <a:spcAft>
                  <a:spcPct val="0"/>
                </a:spcAft>
              </a:pPr>
              <a:t>FY19</a:t>
            </a:fld>
            <a:endParaRPr kumimoji="1" lang="ja-JP" altLang="en-US" sz="1400" dirty="0">
              <a:solidFill>
                <a:schemeClr val="tx1"/>
              </a:solidFill>
            </a:endParaRPr>
          </a:p>
        </p:txBody>
      </p:sp>
      <p:sp>
        <p:nvSpPr>
          <p:cNvPr id="77" name="正方形/長方形 76">
            <a:extLst>
              <a:ext uri="{FF2B5EF4-FFF2-40B4-BE49-F238E27FC236}">
                <a16:creationId xmlns:a16="http://schemas.microsoft.com/office/drawing/2014/main" id="{8754BB1F-8D6E-5CB7-F5FB-42A3621D8C5B}"/>
              </a:ext>
            </a:extLst>
          </p:cNvPr>
          <p:cNvSpPr/>
          <p:nvPr>
            <p:custDataLst>
              <p:tags r:id="rId12"/>
            </p:custDataLst>
          </p:nvPr>
        </p:nvSpPr>
        <p:spPr bwMode="auto">
          <a:xfrm>
            <a:off x="2503488"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CB7D3C7B-2895-4B25-B138-A4F2F52C719F}" type="datetime'''''''''''''''FY''''''''''''2''''''''''0'''''''''''''">
              <a:rPr lang="ja-JP" altLang="en-US" sz="1400" smtClean="0">
                <a:solidFill>
                  <a:schemeClr val="tx1"/>
                </a:solidFill>
              </a:rPr>
              <a:pPr algn="ctr">
                <a:lnSpc>
                  <a:spcPct val="110000"/>
                </a:lnSpc>
                <a:spcBef>
                  <a:spcPct val="0"/>
                </a:spcBef>
                <a:spcAft>
                  <a:spcPct val="0"/>
                </a:spcAft>
              </a:pPr>
              <a:t>FY20</a:t>
            </a:fld>
            <a:endParaRPr kumimoji="1" lang="ja-JP" altLang="en-US" sz="1400" dirty="0">
              <a:solidFill>
                <a:schemeClr val="tx1"/>
              </a:solidFill>
            </a:endParaRPr>
          </a:p>
        </p:txBody>
      </p:sp>
      <p:sp>
        <p:nvSpPr>
          <p:cNvPr id="78" name="正方形/長方形 77">
            <a:extLst>
              <a:ext uri="{FF2B5EF4-FFF2-40B4-BE49-F238E27FC236}">
                <a16:creationId xmlns:a16="http://schemas.microsoft.com/office/drawing/2014/main" id="{8DE2823B-D2CD-5C3D-2BB7-0ECD7CBE6516}"/>
              </a:ext>
            </a:extLst>
          </p:cNvPr>
          <p:cNvSpPr/>
          <p:nvPr>
            <p:custDataLst>
              <p:tags r:id="rId13"/>
            </p:custDataLst>
          </p:nvPr>
        </p:nvSpPr>
        <p:spPr bwMode="auto">
          <a:xfrm>
            <a:off x="2981325"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3D18842F-B535-4A9A-B263-773A81822A60}" type="datetime'''F''''''''''''''''''Y''''2''1'">
              <a:rPr lang="ja-JP" altLang="en-US" sz="1400" smtClean="0">
                <a:solidFill>
                  <a:schemeClr val="tx1"/>
                </a:solidFill>
              </a:rPr>
              <a:pPr algn="ctr">
                <a:lnSpc>
                  <a:spcPct val="110000"/>
                </a:lnSpc>
                <a:spcBef>
                  <a:spcPct val="0"/>
                </a:spcBef>
                <a:spcAft>
                  <a:spcPct val="0"/>
                </a:spcAft>
              </a:pPr>
              <a:t>FY21</a:t>
            </a:fld>
            <a:endParaRPr kumimoji="1" lang="ja-JP" altLang="en-US" sz="1400" dirty="0">
              <a:solidFill>
                <a:schemeClr val="tx1"/>
              </a:solidFill>
            </a:endParaRPr>
          </a:p>
        </p:txBody>
      </p:sp>
      <p:sp>
        <p:nvSpPr>
          <p:cNvPr id="79" name="正方形/長方形 78">
            <a:extLst>
              <a:ext uri="{FF2B5EF4-FFF2-40B4-BE49-F238E27FC236}">
                <a16:creationId xmlns:a16="http://schemas.microsoft.com/office/drawing/2014/main" id="{6F9ED4F9-7086-C051-9496-EA287C509DC5}"/>
              </a:ext>
            </a:extLst>
          </p:cNvPr>
          <p:cNvSpPr/>
          <p:nvPr>
            <p:custDataLst>
              <p:tags r:id="rId14"/>
            </p:custDataLst>
          </p:nvPr>
        </p:nvSpPr>
        <p:spPr bwMode="auto">
          <a:xfrm>
            <a:off x="3457575"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F0ED9C65-7A6A-427E-BF25-E554D17D163D}" type="datetime'''F''''Y''''''''2''''''''''''''''''''''''''2'''">
              <a:rPr lang="ja-JP" altLang="en-US" sz="1400" smtClean="0">
                <a:solidFill>
                  <a:schemeClr val="tx1"/>
                </a:solidFill>
              </a:rPr>
              <a:pPr algn="ctr">
                <a:lnSpc>
                  <a:spcPct val="110000"/>
                </a:lnSpc>
                <a:spcBef>
                  <a:spcPct val="0"/>
                </a:spcBef>
                <a:spcAft>
                  <a:spcPct val="0"/>
                </a:spcAft>
              </a:pPr>
              <a:t>FY22</a:t>
            </a:fld>
            <a:endParaRPr kumimoji="1" lang="ja-JP" altLang="en-US" sz="1400" dirty="0">
              <a:solidFill>
                <a:schemeClr val="tx1"/>
              </a:solidFill>
            </a:endParaRPr>
          </a:p>
        </p:txBody>
      </p:sp>
      <p:sp>
        <p:nvSpPr>
          <p:cNvPr id="80" name="正方形/長方形 79">
            <a:extLst>
              <a:ext uri="{FF2B5EF4-FFF2-40B4-BE49-F238E27FC236}">
                <a16:creationId xmlns:a16="http://schemas.microsoft.com/office/drawing/2014/main" id="{BA24617B-92D2-AA0D-5ED0-A91E4CD1D141}"/>
              </a:ext>
            </a:extLst>
          </p:cNvPr>
          <p:cNvSpPr/>
          <p:nvPr>
            <p:custDataLst>
              <p:tags r:id="rId15"/>
            </p:custDataLst>
          </p:nvPr>
        </p:nvSpPr>
        <p:spPr bwMode="auto">
          <a:xfrm>
            <a:off x="3935413"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50508DA2-187F-407D-B8AF-946C5477BFBB}" type="datetime'''FY''2''''3'''''">
              <a:rPr lang="ja-JP" altLang="en-US" sz="1400" smtClean="0">
                <a:solidFill>
                  <a:schemeClr val="tx1"/>
                </a:solidFill>
              </a:rPr>
              <a:pPr algn="ctr">
                <a:lnSpc>
                  <a:spcPct val="110000"/>
                </a:lnSpc>
                <a:spcBef>
                  <a:spcPct val="0"/>
                </a:spcBef>
                <a:spcAft>
                  <a:spcPct val="0"/>
                </a:spcAft>
              </a:pPr>
              <a:t>FY23</a:t>
            </a:fld>
            <a:endParaRPr kumimoji="1" lang="ja-JP" altLang="en-US" sz="1400" dirty="0">
              <a:solidFill>
                <a:schemeClr val="tx1"/>
              </a:solidFill>
            </a:endParaRPr>
          </a:p>
        </p:txBody>
      </p:sp>
      <p:sp>
        <p:nvSpPr>
          <p:cNvPr id="81" name="正方形/長方形 80">
            <a:extLst>
              <a:ext uri="{FF2B5EF4-FFF2-40B4-BE49-F238E27FC236}">
                <a16:creationId xmlns:a16="http://schemas.microsoft.com/office/drawing/2014/main" id="{1D6FE2CA-31D9-BAB7-3740-422FE3477461}"/>
              </a:ext>
            </a:extLst>
          </p:cNvPr>
          <p:cNvSpPr/>
          <p:nvPr>
            <p:custDataLst>
              <p:tags r:id="rId16"/>
            </p:custDataLst>
          </p:nvPr>
        </p:nvSpPr>
        <p:spPr bwMode="auto">
          <a:xfrm>
            <a:off x="4411663"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6966D9F6-5A99-4C13-A9AE-76BB7E539051}" type="datetime'''''''''''''''''''''''''F''''''''''''Y''''''''''2''''''4'">
              <a:rPr lang="ja-JP" altLang="en-US" sz="1400" smtClean="0">
                <a:solidFill>
                  <a:schemeClr val="tx1"/>
                </a:solidFill>
              </a:rPr>
              <a:pPr algn="ctr">
                <a:lnSpc>
                  <a:spcPct val="110000"/>
                </a:lnSpc>
                <a:spcBef>
                  <a:spcPct val="0"/>
                </a:spcBef>
                <a:spcAft>
                  <a:spcPct val="0"/>
                </a:spcAft>
              </a:pPr>
              <a:t>FY24</a:t>
            </a:fld>
            <a:endParaRPr kumimoji="1" lang="ja-JP" altLang="en-US" sz="1400" dirty="0">
              <a:solidFill>
                <a:schemeClr val="tx1"/>
              </a:solidFill>
            </a:endParaRPr>
          </a:p>
        </p:txBody>
      </p:sp>
      <p:sp>
        <p:nvSpPr>
          <p:cNvPr id="82" name="正方形/長方形 81">
            <a:extLst>
              <a:ext uri="{FF2B5EF4-FFF2-40B4-BE49-F238E27FC236}">
                <a16:creationId xmlns:a16="http://schemas.microsoft.com/office/drawing/2014/main" id="{0729E213-0D1F-156F-A0C7-59B512F1A121}"/>
              </a:ext>
            </a:extLst>
          </p:cNvPr>
          <p:cNvSpPr/>
          <p:nvPr>
            <p:custDataLst>
              <p:tags r:id="rId17"/>
            </p:custDataLst>
          </p:nvPr>
        </p:nvSpPr>
        <p:spPr bwMode="auto">
          <a:xfrm>
            <a:off x="4889500" y="586740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95E08EFE-A78D-4E44-90A3-0331FC22529A}" type="datetime'''''F''''''''''''''''''''''''''Y''''''''''''''''''''2''''5'">
              <a:rPr lang="ja-JP" altLang="en-US" sz="1400" smtClean="0">
                <a:solidFill>
                  <a:schemeClr val="tx1"/>
                </a:solidFill>
              </a:rPr>
              <a:pPr algn="ctr">
                <a:lnSpc>
                  <a:spcPct val="110000"/>
                </a:lnSpc>
                <a:spcBef>
                  <a:spcPct val="0"/>
                </a:spcBef>
                <a:spcAft>
                  <a:spcPct val="0"/>
                </a:spcAft>
              </a:pPr>
              <a:t>FY25</a:t>
            </a:fld>
            <a:endParaRPr kumimoji="1" lang="ja-JP" altLang="en-US" sz="1400" dirty="0">
              <a:solidFill>
                <a:schemeClr val="tx1"/>
              </a:solidFill>
            </a:endParaRPr>
          </a:p>
        </p:txBody>
      </p:sp>
      <p:sp>
        <p:nvSpPr>
          <p:cNvPr id="69" name="正方形/長方形 68">
            <a:extLst>
              <a:ext uri="{FF2B5EF4-FFF2-40B4-BE49-F238E27FC236}">
                <a16:creationId xmlns:a16="http://schemas.microsoft.com/office/drawing/2014/main" id="{4BD76057-CD46-FB7C-2A05-D16CF74F95BA}"/>
              </a:ext>
            </a:extLst>
          </p:cNvPr>
          <p:cNvSpPr/>
          <p:nvPr>
            <p:custDataLst>
              <p:tags r:id="rId18"/>
            </p:custDataLst>
          </p:nvPr>
        </p:nvSpPr>
        <p:spPr bwMode="gray">
          <a:xfrm>
            <a:off x="706438" y="5591175"/>
            <a:ext cx="1412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b">
            <a:noAutofit/>
          </a:bodyPr>
          <a:lstStyle/>
          <a:p>
            <a:pPr algn="ctr">
              <a:lnSpc>
                <a:spcPct val="90000"/>
              </a:lnSpc>
              <a:spcBef>
                <a:spcPct val="0"/>
              </a:spcBef>
              <a:spcAft>
                <a:spcPct val="0"/>
              </a:spcAft>
            </a:pPr>
            <a:fld id="{B9E0493A-ECBB-4169-827A-CE28D6E5C41C}" type="datetime'''''''''''''0'''''''''''''''''''''''''''''''''''''''''''">
              <a:rPr lang="ja-JP" altLang="en-US" sz="1400" smtClean="0">
                <a:solidFill>
                  <a:schemeClr val="tx1"/>
                </a:solidFill>
              </a:rPr>
              <a:pPr algn="ctr">
                <a:lnSpc>
                  <a:spcPct val="90000"/>
                </a:lnSpc>
                <a:spcBef>
                  <a:spcPct val="0"/>
                </a:spcBef>
                <a:spcAft>
                  <a:spcPct val="0"/>
                </a:spcAft>
              </a:pPr>
              <a:t>0</a:t>
            </a:fld>
            <a:endParaRPr kumimoji="1" lang="ja-JP" altLang="en-US" sz="1400" dirty="0">
              <a:solidFill>
                <a:schemeClr val="tx1"/>
              </a:solidFill>
            </a:endParaRPr>
          </a:p>
        </p:txBody>
      </p:sp>
      <p:sp>
        <p:nvSpPr>
          <p:cNvPr id="70" name="正方形/長方形 69">
            <a:extLst>
              <a:ext uri="{FF2B5EF4-FFF2-40B4-BE49-F238E27FC236}">
                <a16:creationId xmlns:a16="http://schemas.microsoft.com/office/drawing/2014/main" id="{4A5FB489-1267-7598-FAA8-B43FB7663F38}"/>
              </a:ext>
            </a:extLst>
          </p:cNvPr>
          <p:cNvSpPr/>
          <p:nvPr>
            <p:custDataLst>
              <p:tags r:id="rId19"/>
            </p:custDataLst>
          </p:nvPr>
        </p:nvSpPr>
        <p:spPr bwMode="gray">
          <a:xfrm>
            <a:off x="1182688" y="5591175"/>
            <a:ext cx="141288" cy="192088"/>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b">
            <a:noAutofit/>
          </a:bodyPr>
          <a:lstStyle/>
          <a:p>
            <a:pPr algn="ctr">
              <a:lnSpc>
                <a:spcPct val="90000"/>
              </a:lnSpc>
              <a:spcBef>
                <a:spcPct val="0"/>
              </a:spcBef>
              <a:spcAft>
                <a:spcPct val="0"/>
              </a:spcAft>
            </a:pPr>
            <a:fld id="{EB90E6A8-C784-4570-91EF-F7B1F502D233}" type="datetime'''''''''''''''''''''''''''''''''''''''''''''''''0'">
              <a:rPr lang="ja-JP" altLang="en-US" sz="1400" smtClean="0">
                <a:solidFill>
                  <a:schemeClr val="tx1"/>
                </a:solidFill>
              </a:rPr>
              <a:pPr algn="ctr">
                <a:lnSpc>
                  <a:spcPct val="90000"/>
                </a:lnSpc>
                <a:spcBef>
                  <a:spcPct val="0"/>
                </a:spcBef>
                <a:spcAft>
                  <a:spcPct val="0"/>
                </a:spcAft>
              </a:pPr>
              <a:t>0</a:t>
            </a:fld>
            <a:endParaRPr kumimoji="1" lang="ja-JP" altLang="en-US" sz="1400" dirty="0">
              <a:solidFill>
                <a:schemeClr val="tx1"/>
              </a:solidFill>
            </a:endParaRPr>
          </a:p>
        </p:txBody>
      </p:sp>
      <p:sp useBgFill="1">
        <p:nvSpPr>
          <p:cNvPr id="85" name="正方形/長方形 84">
            <a:extLst>
              <a:ext uri="{FF2B5EF4-FFF2-40B4-BE49-F238E27FC236}">
                <a16:creationId xmlns:a16="http://schemas.microsoft.com/office/drawing/2014/main" id="{32C5F834-7482-5B87-A5E9-D6DD87B5D38F}"/>
              </a:ext>
            </a:extLst>
          </p:cNvPr>
          <p:cNvSpPr/>
          <p:nvPr>
            <p:custDataLst>
              <p:tags r:id="rId20"/>
            </p:custDataLst>
          </p:nvPr>
        </p:nvSpPr>
        <p:spPr bwMode="gray">
          <a:xfrm>
            <a:off x="3001963" y="3389313"/>
            <a:ext cx="322263" cy="192088"/>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b">
            <a:noAutofit/>
          </a:bodyPr>
          <a:lstStyle/>
          <a:p>
            <a:pPr algn="ctr">
              <a:lnSpc>
                <a:spcPct val="90000"/>
              </a:lnSpc>
              <a:spcBef>
                <a:spcPct val="0"/>
              </a:spcBef>
              <a:spcAft>
                <a:spcPct val="0"/>
              </a:spcAft>
            </a:pPr>
            <a:fld id="{AA33D9C4-E8CC-40F6-A8B9-4C66DD8E141B}" type="datetime'''''''''1''''''''''''''''0''''''''8'''''''''''''''''''''">
              <a:rPr lang="ja-JP" altLang="en-US" sz="1400" smtClean="0">
                <a:solidFill>
                  <a:schemeClr val="tx1"/>
                </a:solidFill>
              </a:rPr>
              <a:pPr algn="ctr">
                <a:lnSpc>
                  <a:spcPct val="90000"/>
                </a:lnSpc>
                <a:spcBef>
                  <a:spcPct val="0"/>
                </a:spcBef>
                <a:spcAft>
                  <a:spcPct val="0"/>
                </a:spcAft>
              </a:pPr>
              <a:t>108</a:t>
            </a:fld>
            <a:endParaRPr kumimoji="1" lang="ja-JP" altLang="en-US" sz="1400" dirty="0">
              <a:solidFill>
                <a:schemeClr val="tx1"/>
              </a:solidFill>
            </a:endParaRPr>
          </a:p>
        </p:txBody>
      </p:sp>
      <p:cxnSp>
        <p:nvCxnSpPr>
          <p:cNvPr id="73" name="直線コネクタ 72">
            <a:extLst>
              <a:ext uri="{FF2B5EF4-FFF2-40B4-BE49-F238E27FC236}">
                <a16:creationId xmlns:a16="http://schemas.microsoft.com/office/drawing/2014/main" id="{FF8B1C53-94DA-3743-2D65-4DA3C3D6D0A5}"/>
              </a:ext>
            </a:extLst>
          </p:cNvPr>
          <p:cNvCxnSpPr/>
          <p:nvPr>
            <p:custDataLst>
              <p:tags r:id="rId21"/>
            </p:custDataLst>
          </p:nvPr>
        </p:nvCxnSpPr>
        <p:spPr bwMode="gray">
          <a:xfrm>
            <a:off x="623888" y="2732088"/>
            <a:ext cx="222250" cy="0"/>
          </a:xfrm>
          <a:prstGeom prst="line">
            <a:avLst/>
          </a:prstGeom>
          <a:ln w="28575" cap="rnd"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4" name="正方形/長方形 73">
            <a:extLst>
              <a:ext uri="{FF2B5EF4-FFF2-40B4-BE49-F238E27FC236}">
                <a16:creationId xmlns:a16="http://schemas.microsoft.com/office/drawing/2014/main" id="{C11C3124-4400-99C2-91A6-B534E0859652}"/>
              </a:ext>
            </a:extLst>
          </p:cNvPr>
          <p:cNvSpPr/>
          <p:nvPr>
            <p:custDataLst>
              <p:tags r:id="rId22"/>
            </p:custDataLst>
          </p:nvPr>
        </p:nvSpPr>
        <p:spPr bwMode="auto">
          <a:xfrm>
            <a:off x="609600" y="2924175"/>
            <a:ext cx="250825" cy="18732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68" name="正方形/長方形 67">
            <a:extLst>
              <a:ext uri="{FF2B5EF4-FFF2-40B4-BE49-F238E27FC236}">
                <a16:creationId xmlns:a16="http://schemas.microsoft.com/office/drawing/2014/main" id="{F242F11D-B53E-1C79-C483-CCEFA6BF59D7}"/>
              </a:ext>
            </a:extLst>
          </p:cNvPr>
          <p:cNvSpPr/>
          <p:nvPr>
            <p:custDataLst>
              <p:tags r:id="rId23"/>
            </p:custDataLst>
          </p:nvPr>
        </p:nvSpPr>
        <p:spPr bwMode="auto">
          <a:xfrm>
            <a:off x="911225" y="2617788"/>
            <a:ext cx="1916113"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AB14A3D0-A0E0-46AA-B963-4312D060131D}" type="datetime'''''''0.''''0''''''''1''''''''''円コマ''数（''年''''度''計''''''）'''''">
              <a:rPr lang="ja-JP" altLang="en-US" sz="1400" smtClean="0">
                <a:solidFill>
                  <a:schemeClr val="tx1"/>
                </a:solidFill>
              </a:rPr>
              <a:pPr>
                <a:lnSpc>
                  <a:spcPct val="110000"/>
                </a:lnSpc>
                <a:spcBef>
                  <a:spcPct val="0"/>
                </a:spcBef>
                <a:spcAft>
                  <a:spcPct val="0"/>
                </a:spcAft>
              </a:pPr>
              <a:t>0.01円コマ数（年度計）</a:t>
            </a:fld>
            <a:endParaRPr kumimoji="1" lang="ja-JP" altLang="en-US" sz="1400" dirty="0">
              <a:solidFill>
                <a:schemeClr val="tx1"/>
              </a:solidFill>
            </a:endParaRPr>
          </a:p>
        </p:txBody>
      </p:sp>
      <p:sp>
        <p:nvSpPr>
          <p:cNvPr id="67" name="正方形/長方形 66">
            <a:extLst>
              <a:ext uri="{FF2B5EF4-FFF2-40B4-BE49-F238E27FC236}">
                <a16:creationId xmlns:a16="http://schemas.microsoft.com/office/drawing/2014/main" id="{523551B7-EE22-67B0-E6B9-9476E11C6D7A}"/>
              </a:ext>
            </a:extLst>
          </p:cNvPr>
          <p:cNvSpPr/>
          <p:nvPr>
            <p:custDataLst>
              <p:tags r:id="rId24"/>
            </p:custDataLst>
          </p:nvPr>
        </p:nvSpPr>
        <p:spPr bwMode="auto">
          <a:xfrm>
            <a:off x="911225" y="2903538"/>
            <a:ext cx="14224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2C002737-FFAC-4BFF-9915-4CC3E12AAE30}" type="datetime'''''''''''''''出''''''力''制''''御''''''実''''''施''''''日''''数'">
              <a:rPr lang="ja-JP" altLang="en-US" sz="1400" smtClean="0">
                <a:solidFill>
                  <a:schemeClr val="tx1"/>
                </a:solidFill>
              </a:rPr>
              <a:pPr>
                <a:lnSpc>
                  <a:spcPct val="110000"/>
                </a:lnSpc>
                <a:spcBef>
                  <a:spcPct val="0"/>
                </a:spcBef>
                <a:spcAft>
                  <a:spcPct val="0"/>
                </a:spcAft>
              </a:pPr>
              <a:t>出力制御実施日数</a:t>
            </a:fld>
            <a:endParaRPr kumimoji="1" lang="ja-JP" altLang="en-US" sz="1400" dirty="0">
              <a:solidFill>
                <a:schemeClr val="tx1"/>
              </a:solidFill>
            </a:endParaRPr>
          </a:p>
        </p:txBody>
      </p:sp>
      <p:sp>
        <p:nvSpPr>
          <p:cNvPr id="338" name="テキスト ボックス 337">
            <a:extLst>
              <a:ext uri="{FF2B5EF4-FFF2-40B4-BE49-F238E27FC236}">
                <a16:creationId xmlns:a16="http://schemas.microsoft.com/office/drawing/2014/main" id="{4108005B-1B62-DB97-DA51-C186DA429BB7}"/>
              </a:ext>
            </a:extLst>
          </p:cNvPr>
          <p:cNvSpPr txBox="1"/>
          <p:nvPr/>
        </p:nvSpPr>
        <p:spPr>
          <a:xfrm>
            <a:off x="792547" y="1816100"/>
            <a:ext cx="4377556" cy="338554"/>
          </a:xfrm>
          <a:prstGeom prst="rect">
            <a:avLst/>
          </a:prstGeom>
          <a:noFill/>
        </p:spPr>
        <p:txBody>
          <a:bodyPr wrap="square">
            <a:spAutoFit/>
          </a:bodyPr>
          <a:lstStyle/>
          <a:p>
            <a:pPr algn="ctr"/>
            <a:r>
              <a:rPr lang="en-US" altLang="ja-JP" sz="1600" b="1" dirty="0">
                <a:latin typeface="+mn-ea"/>
              </a:rPr>
              <a:t>0.01</a:t>
            </a:r>
            <a:r>
              <a:rPr lang="ja-JP" altLang="en-US" sz="1600" b="1" dirty="0">
                <a:latin typeface="+mn-ea"/>
              </a:rPr>
              <a:t>円</a:t>
            </a:r>
            <a:r>
              <a:rPr lang="en-US" altLang="ja-JP" sz="1600" b="1" dirty="0">
                <a:latin typeface="+mn-ea"/>
              </a:rPr>
              <a:t>/kWh </a:t>
            </a:r>
            <a:r>
              <a:rPr lang="ja-JP" altLang="en-US" sz="1600" b="1" dirty="0">
                <a:latin typeface="+mn-ea"/>
              </a:rPr>
              <a:t>約定コマ数（年度計）</a:t>
            </a:r>
            <a:endParaRPr lang="ja-JP" altLang="en-US" sz="1600" dirty="0"/>
          </a:p>
        </p:txBody>
      </p:sp>
      <p:sp>
        <p:nvSpPr>
          <p:cNvPr id="345" name="テキスト ボックス 344">
            <a:extLst>
              <a:ext uri="{FF2B5EF4-FFF2-40B4-BE49-F238E27FC236}">
                <a16:creationId xmlns:a16="http://schemas.microsoft.com/office/drawing/2014/main" id="{1B46B58D-8897-BE8F-26D9-C0724E500C61}"/>
              </a:ext>
            </a:extLst>
          </p:cNvPr>
          <p:cNvSpPr txBox="1"/>
          <p:nvPr/>
        </p:nvSpPr>
        <p:spPr>
          <a:xfrm>
            <a:off x="7041823" y="6270109"/>
            <a:ext cx="4410402" cy="369332"/>
          </a:xfrm>
          <a:prstGeom prst="rect">
            <a:avLst/>
          </a:prstGeom>
          <a:solidFill>
            <a:schemeClr val="tx2">
              <a:lumMod val="20000"/>
              <a:lumOff val="80000"/>
            </a:schemeClr>
          </a:solidFill>
        </p:spPr>
        <p:txBody>
          <a:bodyPr wrap="square">
            <a:spAutoFit/>
          </a:bodyPr>
          <a:lstStyle/>
          <a:p>
            <a:r>
              <a:rPr lang="ja-JP" altLang="en-US" dirty="0"/>
              <a:t>日内スプレッド：</a:t>
            </a:r>
            <a:r>
              <a:rPr lang="en-US" altLang="ja-JP" dirty="0"/>
              <a:t>FY2023</a:t>
            </a:r>
            <a:r>
              <a:rPr lang="ja-JP" altLang="en-US" dirty="0"/>
              <a:t>が最も谷が深い</a:t>
            </a:r>
          </a:p>
        </p:txBody>
      </p:sp>
      <p:sp>
        <p:nvSpPr>
          <p:cNvPr id="348" name="テキスト ボックス 347">
            <a:extLst>
              <a:ext uri="{FF2B5EF4-FFF2-40B4-BE49-F238E27FC236}">
                <a16:creationId xmlns:a16="http://schemas.microsoft.com/office/drawing/2014/main" id="{9FAF3383-A629-8F34-C886-F82F82BB2F4E}"/>
              </a:ext>
            </a:extLst>
          </p:cNvPr>
          <p:cNvSpPr txBox="1"/>
          <p:nvPr/>
        </p:nvSpPr>
        <p:spPr>
          <a:xfrm>
            <a:off x="196638" y="6270109"/>
            <a:ext cx="5744016" cy="369332"/>
          </a:xfrm>
          <a:prstGeom prst="rect">
            <a:avLst/>
          </a:prstGeom>
          <a:solidFill>
            <a:schemeClr val="tx2">
              <a:lumMod val="20000"/>
              <a:lumOff val="80000"/>
            </a:schemeClr>
          </a:solidFill>
        </p:spPr>
        <p:txBody>
          <a:bodyPr wrap="square">
            <a:spAutoFit/>
          </a:bodyPr>
          <a:lstStyle/>
          <a:p>
            <a:r>
              <a:rPr lang="en-US" altLang="ja-JP" dirty="0"/>
              <a:t>0.01</a:t>
            </a:r>
            <a:r>
              <a:rPr lang="ja-JP" altLang="en-US" dirty="0"/>
              <a:t>円コマ数：</a:t>
            </a:r>
            <a:r>
              <a:rPr lang="en-US" altLang="ja-JP" dirty="0"/>
              <a:t>0 → 2,178</a:t>
            </a:r>
            <a:r>
              <a:rPr lang="ja-JP" altLang="en-US" dirty="0"/>
              <a:t>（</a:t>
            </a:r>
            <a:r>
              <a:rPr lang="en-US" altLang="ja-JP" dirty="0"/>
              <a:t>FY2023</a:t>
            </a:r>
            <a:r>
              <a:rPr lang="ja-JP" altLang="en-US" dirty="0"/>
              <a:t>）→ </a:t>
            </a:r>
            <a:r>
              <a:rPr lang="en-US" altLang="ja-JP" dirty="0"/>
              <a:t>983</a:t>
            </a:r>
            <a:r>
              <a:rPr lang="ja-JP" altLang="en-US" dirty="0"/>
              <a:t>（</a:t>
            </a:r>
            <a:r>
              <a:rPr lang="en-US" altLang="ja-JP" dirty="0"/>
              <a:t>FY2025</a:t>
            </a:r>
            <a:r>
              <a:rPr lang="ja-JP" altLang="en-US" dirty="0"/>
              <a:t>）</a:t>
            </a:r>
          </a:p>
        </p:txBody>
      </p:sp>
      <p:sp>
        <p:nvSpPr>
          <p:cNvPr id="353" name="テキスト ボックス 352">
            <a:extLst>
              <a:ext uri="{FF2B5EF4-FFF2-40B4-BE49-F238E27FC236}">
                <a16:creationId xmlns:a16="http://schemas.microsoft.com/office/drawing/2014/main" id="{FF1EB630-607F-2E4C-D909-0D0E84401DDA}"/>
              </a:ext>
            </a:extLst>
          </p:cNvPr>
          <p:cNvSpPr txBox="1"/>
          <p:nvPr/>
        </p:nvSpPr>
        <p:spPr>
          <a:xfrm>
            <a:off x="531681" y="1135064"/>
            <a:ext cx="8439281" cy="369332"/>
          </a:xfrm>
          <a:prstGeom prst="rect">
            <a:avLst/>
          </a:prstGeom>
          <a:noFill/>
        </p:spPr>
        <p:txBody>
          <a:bodyPr wrap="square">
            <a:spAutoFit/>
          </a:bodyPr>
          <a:lstStyle/>
          <a:p>
            <a:r>
              <a:rPr lang="ja-JP" altLang="en-US" dirty="0"/>
              <a:t>太陽光は増え続けているのに直近では</a:t>
            </a:r>
            <a:r>
              <a:rPr lang="en-US" altLang="ja-JP" dirty="0"/>
              <a:t>0.01</a:t>
            </a:r>
            <a:r>
              <a:rPr lang="ja-JP" altLang="en-US" dirty="0"/>
              <a:t>円コマ減少＆スプレッド減少（？）</a:t>
            </a:r>
            <a:endParaRPr lang="en-US" altLang="ja-JP" dirty="0"/>
          </a:p>
        </p:txBody>
      </p:sp>
      <p:cxnSp>
        <p:nvCxnSpPr>
          <p:cNvPr id="355" name="直線コネクタ 354">
            <a:extLst>
              <a:ext uri="{FF2B5EF4-FFF2-40B4-BE49-F238E27FC236}">
                <a16:creationId xmlns:a16="http://schemas.microsoft.com/office/drawing/2014/main" id="{9A300E53-C899-20F3-C4E4-884920FEA404}"/>
              </a:ext>
            </a:extLst>
          </p:cNvPr>
          <p:cNvCxnSpPr/>
          <p:nvPr>
            <p:custDataLst>
              <p:tags r:id="rId25"/>
            </p:custDataLst>
          </p:nvPr>
        </p:nvCxnSpPr>
        <p:spPr bwMode="gray">
          <a:xfrm>
            <a:off x="7743825" y="2452688"/>
            <a:ext cx="231775" cy="0"/>
          </a:xfrm>
          <a:prstGeom prst="line">
            <a:avLst/>
          </a:prstGeom>
          <a:ln w="19050"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6" name="直線コネクタ 355">
            <a:extLst>
              <a:ext uri="{FF2B5EF4-FFF2-40B4-BE49-F238E27FC236}">
                <a16:creationId xmlns:a16="http://schemas.microsoft.com/office/drawing/2014/main" id="{862A8B83-7DD0-73FF-B311-E55B48E9D918}"/>
              </a:ext>
            </a:extLst>
          </p:cNvPr>
          <p:cNvCxnSpPr/>
          <p:nvPr>
            <p:custDataLst>
              <p:tags r:id="rId26"/>
            </p:custDataLst>
          </p:nvPr>
        </p:nvCxnSpPr>
        <p:spPr bwMode="gray">
          <a:xfrm>
            <a:off x="7743825" y="2738438"/>
            <a:ext cx="231775"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9" name="直線コネクタ 358">
            <a:extLst>
              <a:ext uri="{FF2B5EF4-FFF2-40B4-BE49-F238E27FC236}">
                <a16:creationId xmlns:a16="http://schemas.microsoft.com/office/drawing/2014/main" id="{873166D7-385C-67B6-577A-6DCF397A4E15}"/>
              </a:ext>
            </a:extLst>
          </p:cNvPr>
          <p:cNvCxnSpPr/>
          <p:nvPr>
            <p:custDataLst>
              <p:tags r:id="rId27"/>
            </p:custDataLst>
          </p:nvPr>
        </p:nvCxnSpPr>
        <p:spPr bwMode="gray">
          <a:xfrm>
            <a:off x="7743825" y="3024188"/>
            <a:ext cx="231775" cy="0"/>
          </a:xfrm>
          <a:prstGeom prst="line">
            <a:avLst/>
          </a:prstGeom>
          <a:ln w="19050" cap="rnd" cmpd="sng" algn="ctr">
            <a:solidFill>
              <a:schemeClr val="accent3"/>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0" name="直線コネクタ 359">
            <a:extLst>
              <a:ext uri="{FF2B5EF4-FFF2-40B4-BE49-F238E27FC236}">
                <a16:creationId xmlns:a16="http://schemas.microsoft.com/office/drawing/2014/main" id="{F8D01FA4-C196-DA2B-9822-5272D613C790}"/>
              </a:ext>
            </a:extLst>
          </p:cNvPr>
          <p:cNvCxnSpPr/>
          <p:nvPr>
            <p:custDataLst>
              <p:tags r:id="rId28"/>
            </p:custDataLst>
          </p:nvPr>
        </p:nvCxnSpPr>
        <p:spPr bwMode="gray">
          <a:xfrm>
            <a:off x="7743825" y="3309938"/>
            <a:ext cx="231775" cy="0"/>
          </a:xfrm>
          <a:prstGeom prst="line">
            <a:avLst/>
          </a:prstGeom>
          <a:ln w="19050" cap="rnd" cmpd="sng" algn="ctr">
            <a:solidFill>
              <a:schemeClr val="accent4"/>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61204A6D-FC9E-676C-BB44-9C5F0991976C}"/>
              </a:ext>
            </a:extLst>
          </p:cNvPr>
          <p:cNvSpPr/>
          <p:nvPr>
            <p:custDataLst>
              <p:tags r:id="rId29"/>
            </p:custDataLst>
          </p:nvPr>
        </p:nvSpPr>
        <p:spPr bwMode="auto">
          <a:xfrm>
            <a:off x="8035925" y="2338388"/>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503016D8-9026-4C0B-9984-8B6F3E323FA3}" type="datetime'FY''''2''01''''''''''''''''''''''''''''''''6'''">
              <a:rPr lang="ja-JP" altLang="en-US" sz="1400" smtClean="0">
                <a:solidFill>
                  <a:schemeClr val="tx1"/>
                </a:solidFill>
              </a:rPr>
              <a:pPr>
                <a:lnSpc>
                  <a:spcPct val="110000"/>
                </a:lnSpc>
                <a:spcBef>
                  <a:spcPct val="0"/>
                </a:spcBef>
                <a:spcAft>
                  <a:spcPct val="0"/>
                </a:spcAft>
              </a:pPr>
              <a:t>FY2016</a:t>
            </a:fld>
            <a:endParaRPr kumimoji="1" lang="ja-JP" altLang="en-US" sz="1400" dirty="0">
              <a:solidFill>
                <a:schemeClr val="tx1"/>
              </a:solidFill>
            </a:endParaRPr>
          </a:p>
        </p:txBody>
      </p:sp>
      <p:sp>
        <p:nvSpPr>
          <p:cNvPr id="114" name="正方形/長方形 113">
            <a:extLst>
              <a:ext uri="{FF2B5EF4-FFF2-40B4-BE49-F238E27FC236}">
                <a16:creationId xmlns:a16="http://schemas.microsoft.com/office/drawing/2014/main" id="{9864F3CF-ABFE-9578-B7C3-2C963E243B82}"/>
              </a:ext>
            </a:extLst>
          </p:cNvPr>
          <p:cNvSpPr/>
          <p:nvPr>
            <p:custDataLst>
              <p:tags r:id="rId30"/>
            </p:custDataLst>
          </p:nvPr>
        </p:nvSpPr>
        <p:spPr bwMode="auto">
          <a:xfrm>
            <a:off x="8035925" y="2624138"/>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8CC285B9-0475-49AB-BBAF-3F5C8D179C41}" type="datetime'''FY''''''''''''''2''''''''0''''''1''''''9'''''''''''''''''">
              <a:rPr lang="ja-JP" altLang="en-US" sz="1400" smtClean="0">
                <a:solidFill>
                  <a:schemeClr val="tx1"/>
                </a:solidFill>
              </a:rPr>
              <a:pPr>
                <a:lnSpc>
                  <a:spcPct val="110000"/>
                </a:lnSpc>
                <a:spcBef>
                  <a:spcPct val="0"/>
                </a:spcBef>
                <a:spcAft>
                  <a:spcPct val="0"/>
                </a:spcAft>
              </a:pPr>
              <a:t>FY2019</a:t>
            </a:fld>
            <a:endParaRPr kumimoji="1" lang="ja-JP" altLang="en-US" sz="1400" dirty="0">
              <a:solidFill>
                <a:schemeClr val="tx1"/>
              </a:solidFill>
            </a:endParaRPr>
          </a:p>
        </p:txBody>
      </p:sp>
      <p:sp>
        <p:nvSpPr>
          <p:cNvPr id="116" name="正方形/長方形 115">
            <a:extLst>
              <a:ext uri="{FF2B5EF4-FFF2-40B4-BE49-F238E27FC236}">
                <a16:creationId xmlns:a16="http://schemas.microsoft.com/office/drawing/2014/main" id="{7E495811-C71D-1EA5-9716-CE3686B1562F}"/>
              </a:ext>
            </a:extLst>
          </p:cNvPr>
          <p:cNvSpPr/>
          <p:nvPr>
            <p:custDataLst>
              <p:tags r:id="rId31"/>
            </p:custDataLst>
          </p:nvPr>
        </p:nvSpPr>
        <p:spPr bwMode="auto">
          <a:xfrm>
            <a:off x="8035925" y="2909888"/>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D0E97568-E756-4A0F-B090-149089121E0B}" type="datetime'''''''''FY''''''''2''''0''''2''3'''''''''''''''''''">
              <a:rPr lang="ja-JP" altLang="en-US" sz="1400" smtClean="0">
                <a:solidFill>
                  <a:schemeClr val="tx1"/>
                </a:solidFill>
              </a:rPr>
              <a:pPr/>
              <a:t>FY2023</a:t>
            </a:fld>
            <a:endParaRPr kumimoji="1" lang="ja-JP" altLang="en-US" sz="1400" dirty="0">
              <a:solidFill>
                <a:schemeClr val="tx1"/>
              </a:solidFill>
            </a:endParaRPr>
          </a:p>
        </p:txBody>
      </p:sp>
      <p:sp>
        <p:nvSpPr>
          <p:cNvPr id="117" name="正方形/長方形 116">
            <a:extLst>
              <a:ext uri="{FF2B5EF4-FFF2-40B4-BE49-F238E27FC236}">
                <a16:creationId xmlns:a16="http://schemas.microsoft.com/office/drawing/2014/main" id="{FD7F503E-9ED8-AFD8-5816-2717935DE3F1}"/>
              </a:ext>
            </a:extLst>
          </p:cNvPr>
          <p:cNvSpPr/>
          <p:nvPr>
            <p:custDataLst>
              <p:tags r:id="rId32"/>
            </p:custDataLst>
          </p:nvPr>
        </p:nvSpPr>
        <p:spPr bwMode="auto">
          <a:xfrm>
            <a:off x="8035925" y="3195638"/>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CC4EDDD6-59C5-49D0-90B6-AEDF16815BF9}" type="datetime'F''''''''''''''''Y''''''''''''2''''0''''''''''''2''5'''''">
              <a:rPr lang="ja-JP" altLang="en-US" sz="1400" smtClean="0">
                <a:solidFill>
                  <a:schemeClr val="tx1"/>
                </a:solidFill>
              </a:rPr>
              <a:pPr/>
              <a:t>FY2025</a:t>
            </a:fld>
            <a:endParaRPr kumimoji="1" lang="ja-JP" altLang="en-US" sz="1400" dirty="0">
              <a:solidFill>
                <a:schemeClr val="tx1"/>
              </a:solidFill>
            </a:endParaRPr>
          </a:p>
        </p:txBody>
      </p:sp>
    </p:spTree>
    <p:extLst>
      <p:ext uri="{BB962C8B-B14F-4D97-AF65-F5344CB8AC3E}">
        <p14:creationId xmlns:p14="http://schemas.microsoft.com/office/powerpoint/2010/main" val="1791548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8667-BE59-110D-5688-3DCA4FFAE52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D21B65E-0758-86C4-DC06-C153C7B7AB73}"/>
              </a:ext>
            </a:extLst>
          </p:cNvPr>
          <p:cNvGraphicFramePr>
            <a:graphicFrameLocks/>
          </p:cNvGraphicFramePr>
          <p:nvPr>
            <p:custDataLst>
              <p:tags r:id="rId1"/>
            </p:custDataLst>
            <p:extLst>
              <p:ext uri="{D42A27DB-BD31-4B8C-83A1-F6EECF244321}">
                <p14:modId xmlns:p14="http://schemas.microsoft.com/office/powerpoint/2010/main" val="326095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2" imgW="404" imgH="405" progId="TCLayout.ActiveDocument.1">
                  <p:embed/>
                </p:oleObj>
              </mc:Choice>
              <mc:Fallback>
                <p:oleObj name="think-cellスライド" r:id="rId22" imgW="404" imgH="405" progId="TCLayout.ActiveDocument.1">
                  <p:embed/>
                  <p:pic>
                    <p:nvPicPr>
                      <p:cNvPr id="9" name="think-cell data - do not delete" hidden="1">
                        <a:extLst>
                          <a:ext uri="{FF2B5EF4-FFF2-40B4-BE49-F238E27FC236}">
                            <a16:creationId xmlns:a16="http://schemas.microsoft.com/office/drawing/2014/main" id="{8F00900E-5104-E96E-59C0-F70F966C8E5C}"/>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B76545D6-E12E-96D2-9CD7-AE150D675EF0}"/>
              </a:ext>
            </a:extLst>
          </p:cNvPr>
          <p:cNvSpPr>
            <a:spLocks noGrp="1"/>
          </p:cNvSpPr>
          <p:nvPr>
            <p:ph idx="1"/>
          </p:nvPr>
        </p:nvSpPr>
        <p:spPr/>
        <p:txBody>
          <a:bodyPr/>
          <a:lstStyle/>
          <a:p>
            <a:r>
              <a:rPr lang="ja-JP" altLang="en-US" b="1" dirty="0"/>
              <a:t>オプション価値算出（</a:t>
            </a:r>
            <a:r>
              <a:rPr lang="ja-JP" altLang="ja-JP" b="1" dirty="0"/>
              <a:t>スポット裁定</a:t>
            </a:r>
            <a:r>
              <a:rPr lang="ja-JP" altLang="en-US" b="1" dirty="0"/>
              <a:t>）</a:t>
            </a:r>
            <a:endParaRPr lang="ja-JP" altLang="en" b="1" dirty="0"/>
          </a:p>
        </p:txBody>
      </p:sp>
      <p:sp>
        <p:nvSpPr>
          <p:cNvPr id="3" name="スライド番号プレースホルダー 2">
            <a:extLst>
              <a:ext uri="{FF2B5EF4-FFF2-40B4-BE49-F238E27FC236}">
                <a16:creationId xmlns:a16="http://schemas.microsoft.com/office/drawing/2014/main" id="{EF37EEDE-E4E6-A91F-922B-CC3328FA6CBB}"/>
              </a:ext>
            </a:extLst>
          </p:cNvPr>
          <p:cNvSpPr>
            <a:spLocks noGrp="1"/>
          </p:cNvSpPr>
          <p:nvPr>
            <p:ph type="sldNum" sz="quarter" idx="12"/>
          </p:nvPr>
        </p:nvSpPr>
        <p:spPr/>
        <p:txBody>
          <a:bodyPr/>
          <a:lstStyle/>
          <a:p>
            <a:fld id="{3B09FD7E-EA79-4AC9-B47C-47EE1A48B026}" type="slidenum">
              <a:rPr kumimoji="1" lang="ja-JP" altLang="en-US" smtClean="0"/>
              <a:t>8</a:t>
            </a:fld>
            <a:endParaRPr kumimoji="1" lang="ja-JP" altLang="en-US"/>
          </a:p>
        </p:txBody>
      </p:sp>
      <p:sp>
        <p:nvSpPr>
          <p:cNvPr id="4" name="タイトル 3">
            <a:extLst>
              <a:ext uri="{FF2B5EF4-FFF2-40B4-BE49-F238E27FC236}">
                <a16:creationId xmlns:a16="http://schemas.microsoft.com/office/drawing/2014/main" id="{C9950B58-5B65-B0BA-E4A8-A2A0439BBFC5}"/>
              </a:ext>
            </a:extLst>
          </p:cNvPr>
          <p:cNvSpPr>
            <a:spLocks noGrp="1"/>
          </p:cNvSpPr>
          <p:nvPr>
            <p:ph type="title"/>
          </p:nvPr>
        </p:nvSpPr>
        <p:spPr/>
        <p:txBody>
          <a:bodyPr/>
          <a:lstStyle/>
          <a:p>
            <a:endParaRPr kumimoji="1" lang="ja-JP" altLang="en-US"/>
          </a:p>
        </p:txBody>
      </p:sp>
      <p:sp>
        <p:nvSpPr>
          <p:cNvPr id="8" name="テキスト ボックス 7">
            <a:extLst>
              <a:ext uri="{FF2B5EF4-FFF2-40B4-BE49-F238E27FC236}">
                <a16:creationId xmlns:a16="http://schemas.microsoft.com/office/drawing/2014/main" id="{278CF7FE-0D41-DD8D-833D-7B13E2C0EA19}"/>
              </a:ext>
            </a:extLst>
          </p:cNvPr>
          <p:cNvSpPr txBox="1"/>
          <p:nvPr/>
        </p:nvSpPr>
        <p:spPr>
          <a:xfrm>
            <a:off x="2303847" y="1558925"/>
            <a:ext cx="4377556" cy="338554"/>
          </a:xfrm>
          <a:prstGeom prst="rect">
            <a:avLst/>
          </a:prstGeom>
          <a:noFill/>
        </p:spPr>
        <p:txBody>
          <a:bodyPr wrap="square">
            <a:spAutoFit/>
          </a:bodyPr>
          <a:lstStyle/>
          <a:p>
            <a:pPr algn="ctr"/>
            <a:r>
              <a:rPr lang="ja-JP" altLang="en-US" sz="1600" b="1" dirty="0">
                <a:latin typeface="+mn-ea"/>
              </a:rPr>
              <a:t>年間裁定粗利（円</a:t>
            </a:r>
            <a:r>
              <a:rPr lang="en-US" altLang="ja-JP" sz="1600" b="1" dirty="0">
                <a:latin typeface="+mn-ea"/>
              </a:rPr>
              <a:t>/kW</a:t>
            </a:r>
            <a:r>
              <a:rPr lang="ja-JP" altLang="en-US" sz="1600" b="1" dirty="0">
                <a:latin typeface="+mn-ea"/>
              </a:rPr>
              <a:t>・年）</a:t>
            </a:r>
            <a:endParaRPr lang="ja-JP" altLang="en-US" sz="1600" dirty="0"/>
          </a:p>
        </p:txBody>
      </p:sp>
      <p:graphicFrame>
        <p:nvGraphicFramePr>
          <p:cNvPr id="36" name="Chart 3">
            <a:extLst>
              <a:ext uri="{FF2B5EF4-FFF2-40B4-BE49-F238E27FC236}">
                <a16:creationId xmlns:a16="http://schemas.microsoft.com/office/drawing/2014/main" id="{3BD9A080-04DA-031E-FA29-AD0CE083719D}"/>
              </a:ext>
            </a:extLst>
          </p:cNvPr>
          <p:cNvGraphicFramePr/>
          <p:nvPr>
            <p:custDataLst>
              <p:tags r:id="rId2"/>
            </p:custDataLst>
            <p:extLst>
              <p:ext uri="{D42A27DB-BD31-4B8C-83A1-F6EECF244321}">
                <p14:modId xmlns:p14="http://schemas.microsoft.com/office/powerpoint/2010/main" val="3013407201"/>
              </p:ext>
            </p:extLst>
          </p:nvPr>
        </p:nvGraphicFramePr>
        <p:xfrm>
          <a:off x="588963" y="1765300"/>
          <a:ext cx="7259637" cy="4324350"/>
        </p:xfrm>
        <a:graphic>
          <a:graphicData uri="http://schemas.openxmlformats.org/drawingml/2006/chart">
            <c:chart xmlns:c="http://schemas.openxmlformats.org/drawingml/2006/chart" xmlns:r="http://schemas.openxmlformats.org/officeDocument/2006/relationships" r:id="rId24"/>
          </a:graphicData>
        </a:graphic>
      </p:graphicFrame>
      <p:sp>
        <p:nvSpPr>
          <p:cNvPr id="44" name="正方形/長方形 43">
            <a:extLst>
              <a:ext uri="{FF2B5EF4-FFF2-40B4-BE49-F238E27FC236}">
                <a16:creationId xmlns:a16="http://schemas.microsoft.com/office/drawing/2014/main" id="{5F6466E1-44E8-7F77-6A91-465FB30A8846}"/>
              </a:ext>
            </a:extLst>
          </p:cNvPr>
          <p:cNvSpPr/>
          <p:nvPr>
            <p:custDataLst>
              <p:tags r:id="rId3"/>
            </p:custDataLst>
          </p:nvPr>
        </p:nvSpPr>
        <p:spPr bwMode="auto">
          <a:xfrm>
            <a:off x="334963" y="3568700"/>
            <a:ext cx="234950" cy="7175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r>
              <a:rPr lang="ja-JP" altLang="en-US" sz="1400" dirty="0">
                <a:solidFill>
                  <a:schemeClr val="tx1"/>
                </a:solidFill>
              </a:rPr>
              <a:t>円</a:t>
            </a:r>
            <a:r>
              <a:rPr lang="en-US" altLang="ja-JP" sz="1400" dirty="0">
                <a:solidFill>
                  <a:schemeClr val="tx1"/>
                </a:solidFill>
              </a:rPr>
              <a:t>/kW-</a:t>
            </a:r>
            <a:r>
              <a:rPr lang="ja-JP" altLang="en-US" sz="1400" dirty="0">
                <a:solidFill>
                  <a:schemeClr val="tx1"/>
                </a:solidFill>
              </a:rPr>
              <a:t>年</a:t>
            </a:r>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A5CDE7EF-F738-EDD0-FAB4-2D0F6D4E20CF}"/>
              </a:ext>
            </a:extLst>
          </p:cNvPr>
          <p:cNvSpPr/>
          <p:nvPr>
            <p:custDataLst>
              <p:tags r:id="rId4"/>
            </p:custDataLst>
          </p:nvPr>
        </p:nvSpPr>
        <p:spPr bwMode="auto">
          <a:xfrm>
            <a:off x="1114425"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3B5990B-029C-4E46-9C30-244ECE0AC129}" type="datetime'''''''''''''''''''''''''''F''''Y''2''''0''''''''1''''''''6'">
              <a:rPr lang="ja-JP" altLang="en-US" sz="1400" smtClean="0">
                <a:solidFill>
                  <a:schemeClr val="tx1"/>
                </a:solidFill>
                <a:effectLst/>
              </a:rPr>
              <a:pPr algn="ctr">
                <a:lnSpc>
                  <a:spcPct val="110000"/>
                </a:lnSpc>
                <a:spcBef>
                  <a:spcPct val="0"/>
                </a:spcBef>
                <a:spcAft>
                  <a:spcPct val="0"/>
                </a:spcAft>
              </a:pPr>
              <a:t>FY2016</a:t>
            </a:fld>
            <a:endParaRPr kumimoji="1" lang="ja-JP" altLang="en-US" sz="1400" dirty="0">
              <a:solidFill>
                <a:schemeClr val="tx1"/>
              </a:solidFill>
            </a:endParaRPr>
          </a:p>
        </p:txBody>
      </p:sp>
      <p:sp>
        <p:nvSpPr>
          <p:cNvPr id="14" name="正方形/長方形 13">
            <a:extLst>
              <a:ext uri="{FF2B5EF4-FFF2-40B4-BE49-F238E27FC236}">
                <a16:creationId xmlns:a16="http://schemas.microsoft.com/office/drawing/2014/main" id="{C611A3B4-2815-F5C6-997D-674B28346468}"/>
              </a:ext>
            </a:extLst>
          </p:cNvPr>
          <p:cNvSpPr/>
          <p:nvPr>
            <p:custDataLst>
              <p:tags r:id="rId5"/>
            </p:custDataLst>
          </p:nvPr>
        </p:nvSpPr>
        <p:spPr bwMode="auto">
          <a:xfrm>
            <a:off x="1824038"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F7210CB-7758-4B24-9559-31C44E130301}" type="datetime'F''''''''''''Y''''''2''''''''''''''''''''''''''0''1''7'">
              <a:rPr lang="ja-JP" altLang="en-US" sz="1400" smtClean="0">
                <a:solidFill>
                  <a:schemeClr val="tx1"/>
                </a:solidFill>
                <a:effectLst/>
              </a:rPr>
              <a:pPr algn="ctr">
                <a:lnSpc>
                  <a:spcPct val="110000"/>
                </a:lnSpc>
                <a:spcBef>
                  <a:spcPct val="0"/>
                </a:spcBef>
                <a:spcAft>
                  <a:spcPct val="0"/>
                </a:spcAft>
              </a:pPr>
              <a:t>FY2017</a:t>
            </a:fld>
            <a:endParaRPr kumimoji="1" lang="ja-JP" altLang="en-US" sz="1400" dirty="0">
              <a:solidFill>
                <a:schemeClr val="tx1"/>
              </a:solidFill>
            </a:endParaRPr>
          </a:p>
        </p:txBody>
      </p:sp>
      <p:sp>
        <p:nvSpPr>
          <p:cNvPr id="15" name="正方形/長方形 14">
            <a:extLst>
              <a:ext uri="{FF2B5EF4-FFF2-40B4-BE49-F238E27FC236}">
                <a16:creationId xmlns:a16="http://schemas.microsoft.com/office/drawing/2014/main" id="{F678DFF8-0B26-9B1A-FB47-1FF074DD6182}"/>
              </a:ext>
            </a:extLst>
          </p:cNvPr>
          <p:cNvSpPr/>
          <p:nvPr>
            <p:custDataLst>
              <p:tags r:id="rId6"/>
            </p:custDataLst>
          </p:nvPr>
        </p:nvSpPr>
        <p:spPr bwMode="auto">
          <a:xfrm>
            <a:off x="2532063"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3A966389-CD27-4E60-BE98-37163A4139CE}" type="datetime'''''''''F''Y''''2''01''''''''''''''''''''''''8'''''''''''''">
              <a:rPr lang="ja-JP" altLang="en-US" sz="1400" smtClean="0">
                <a:solidFill>
                  <a:schemeClr val="tx1"/>
                </a:solidFill>
                <a:effectLst/>
              </a:rPr>
              <a:pPr algn="ctr">
                <a:lnSpc>
                  <a:spcPct val="110000"/>
                </a:lnSpc>
                <a:spcBef>
                  <a:spcPct val="0"/>
                </a:spcBef>
                <a:spcAft>
                  <a:spcPct val="0"/>
                </a:spcAft>
              </a:pPr>
              <a:t>FY2018</a:t>
            </a:fld>
            <a:endParaRPr kumimoji="1" lang="ja-JP" altLang="en-US" sz="1400" dirty="0">
              <a:solidFill>
                <a:schemeClr val="tx1"/>
              </a:solidFill>
            </a:endParaRPr>
          </a:p>
        </p:txBody>
      </p:sp>
      <p:sp>
        <p:nvSpPr>
          <p:cNvPr id="16" name="正方形/長方形 15">
            <a:extLst>
              <a:ext uri="{FF2B5EF4-FFF2-40B4-BE49-F238E27FC236}">
                <a16:creationId xmlns:a16="http://schemas.microsoft.com/office/drawing/2014/main" id="{532CFE3A-D699-2DDE-DE4A-8AFA8109A306}"/>
              </a:ext>
            </a:extLst>
          </p:cNvPr>
          <p:cNvSpPr/>
          <p:nvPr>
            <p:custDataLst>
              <p:tags r:id="rId7"/>
            </p:custDataLst>
          </p:nvPr>
        </p:nvSpPr>
        <p:spPr bwMode="auto">
          <a:xfrm>
            <a:off x="3241675"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252ED2A-8CCE-4A4C-8E65-2CDEC275416F}" type="datetime'''F''''''''''Y''''''''''20''''''''''''''''''''''19'''">
              <a:rPr lang="ja-JP" altLang="en-US" sz="1400" smtClean="0">
                <a:solidFill>
                  <a:schemeClr val="tx1"/>
                </a:solidFill>
                <a:effectLst/>
              </a:rPr>
              <a:pPr algn="ctr">
                <a:lnSpc>
                  <a:spcPct val="110000"/>
                </a:lnSpc>
                <a:spcBef>
                  <a:spcPct val="0"/>
                </a:spcBef>
                <a:spcAft>
                  <a:spcPct val="0"/>
                </a:spcAft>
              </a:pPr>
              <a:t>FY2019</a:t>
            </a:fld>
            <a:endParaRPr kumimoji="1" lang="ja-JP" altLang="en-US" sz="1400" dirty="0">
              <a:solidFill>
                <a:schemeClr val="tx1"/>
              </a:solidFill>
            </a:endParaRPr>
          </a:p>
        </p:txBody>
      </p:sp>
      <p:sp>
        <p:nvSpPr>
          <p:cNvPr id="17" name="正方形/長方形 16">
            <a:extLst>
              <a:ext uri="{FF2B5EF4-FFF2-40B4-BE49-F238E27FC236}">
                <a16:creationId xmlns:a16="http://schemas.microsoft.com/office/drawing/2014/main" id="{65F70FD6-E712-EDB9-4810-09E200EF74A3}"/>
              </a:ext>
            </a:extLst>
          </p:cNvPr>
          <p:cNvSpPr/>
          <p:nvPr>
            <p:custDataLst>
              <p:tags r:id="rId8"/>
            </p:custDataLst>
          </p:nvPr>
        </p:nvSpPr>
        <p:spPr bwMode="auto">
          <a:xfrm>
            <a:off x="3949700"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765A6EF2-7D65-43FB-AD49-935021009819}" type="datetime'''''''''''''''''''F''''Y''''20''''''2''''0'''''''''''">
              <a:rPr lang="ja-JP" altLang="en-US" sz="1400" smtClean="0">
                <a:solidFill>
                  <a:schemeClr val="tx1"/>
                </a:solidFill>
                <a:effectLst/>
              </a:rPr>
              <a:pPr algn="ctr">
                <a:lnSpc>
                  <a:spcPct val="110000"/>
                </a:lnSpc>
                <a:spcBef>
                  <a:spcPct val="0"/>
                </a:spcBef>
                <a:spcAft>
                  <a:spcPct val="0"/>
                </a:spcAft>
              </a:pPr>
              <a:t>FY2020</a:t>
            </a:fld>
            <a:endParaRPr kumimoji="1" lang="ja-JP" altLang="en-US" sz="1400" dirty="0">
              <a:solidFill>
                <a:schemeClr val="tx1"/>
              </a:solidFill>
            </a:endParaRPr>
          </a:p>
        </p:txBody>
      </p:sp>
      <p:sp>
        <p:nvSpPr>
          <p:cNvPr id="18" name="正方形/長方形 17">
            <a:extLst>
              <a:ext uri="{FF2B5EF4-FFF2-40B4-BE49-F238E27FC236}">
                <a16:creationId xmlns:a16="http://schemas.microsoft.com/office/drawing/2014/main" id="{C64E39DA-5CF2-D6D8-ED69-D1E91C47009D}"/>
              </a:ext>
            </a:extLst>
          </p:cNvPr>
          <p:cNvSpPr/>
          <p:nvPr>
            <p:custDataLst>
              <p:tags r:id="rId9"/>
            </p:custDataLst>
          </p:nvPr>
        </p:nvSpPr>
        <p:spPr bwMode="auto">
          <a:xfrm>
            <a:off x="4659313"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0DBCE1E-73E0-493C-844A-24CB484578D0}" type="datetime'''''''F''Y2''''''''''''''''''''''''''''''02''''''''1'">
              <a:rPr lang="ja-JP" altLang="en-US" sz="1400" smtClean="0">
                <a:solidFill>
                  <a:schemeClr val="tx1"/>
                </a:solidFill>
                <a:effectLst/>
              </a:rPr>
              <a:pPr algn="ctr">
                <a:lnSpc>
                  <a:spcPct val="110000"/>
                </a:lnSpc>
                <a:spcBef>
                  <a:spcPct val="0"/>
                </a:spcBef>
                <a:spcAft>
                  <a:spcPct val="0"/>
                </a:spcAft>
              </a:pPr>
              <a:t>FY2021</a:t>
            </a:fld>
            <a:endParaRPr kumimoji="1" lang="ja-JP" altLang="en-US" sz="1400" dirty="0">
              <a:solidFill>
                <a:schemeClr val="tx1"/>
              </a:solidFill>
            </a:endParaRPr>
          </a:p>
        </p:txBody>
      </p:sp>
      <p:sp>
        <p:nvSpPr>
          <p:cNvPr id="19" name="正方形/長方形 18">
            <a:extLst>
              <a:ext uri="{FF2B5EF4-FFF2-40B4-BE49-F238E27FC236}">
                <a16:creationId xmlns:a16="http://schemas.microsoft.com/office/drawing/2014/main" id="{08A29A58-74A5-5E92-91F0-D4E0107CE6B2}"/>
              </a:ext>
            </a:extLst>
          </p:cNvPr>
          <p:cNvSpPr/>
          <p:nvPr>
            <p:custDataLst>
              <p:tags r:id="rId10"/>
            </p:custDataLst>
          </p:nvPr>
        </p:nvSpPr>
        <p:spPr bwMode="auto">
          <a:xfrm>
            <a:off x="5367338"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FD1565E2-F2C3-4BE8-A252-4AA483D1DF5E}" type="datetime'''''''''''''''''FY''''''''''''''''''''''''''''20''''''''2''2'">
              <a:rPr lang="ja-JP" altLang="en-US" sz="1400" smtClean="0">
                <a:solidFill>
                  <a:schemeClr val="tx1"/>
                </a:solidFill>
                <a:effectLst/>
              </a:rPr>
              <a:pPr algn="ctr">
                <a:lnSpc>
                  <a:spcPct val="110000"/>
                </a:lnSpc>
                <a:spcBef>
                  <a:spcPct val="0"/>
                </a:spcBef>
                <a:spcAft>
                  <a:spcPct val="0"/>
                </a:spcAft>
              </a:pPr>
              <a:t>FY2022</a:t>
            </a:fld>
            <a:endParaRPr kumimoji="1" lang="ja-JP" altLang="en-US" sz="1400" dirty="0">
              <a:solidFill>
                <a:schemeClr val="tx1"/>
              </a:solidFill>
            </a:endParaRPr>
          </a:p>
        </p:txBody>
      </p:sp>
      <p:sp>
        <p:nvSpPr>
          <p:cNvPr id="20" name="正方形/長方形 19">
            <a:extLst>
              <a:ext uri="{FF2B5EF4-FFF2-40B4-BE49-F238E27FC236}">
                <a16:creationId xmlns:a16="http://schemas.microsoft.com/office/drawing/2014/main" id="{FC8B52F4-CC19-B1ED-C5D0-66449AC33C38}"/>
              </a:ext>
            </a:extLst>
          </p:cNvPr>
          <p:cNvSpPr/>
          <p:nvPr>
            <p:custDataLst>
              <p:tags r:id="rId11"/>
            </p:custDataLst>
          </p:nvPr>
        </p:nvSpPr>
        <p:spPr bwMode="auto">
          <a:xfrm>
            <a:off x="6076950"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9844C7D-A65F-49D8-8BE7-866E1860AF31}" type="datetime'''F''''Y''''''''''''2''''''''''02''''''''''''3'''''''''''">
              <a:rPr lang="ja-JP" altLang="en-US" sz="1400" smtClean="0">
                <a:solidFill>
                  <a:schemeClr val="tx1"/>
                </a:solidFill>
                <a:effectLst/>
              </a:rPr>
              <a:pPr algn="ctr">
                <a:lnSpc>
                  <a:spcPct val="110000"/>
                </a:lnSpc>
                <a:spcBef>
                  <a:spcPct val="0"/>
                </a:spcBef>
                <a:spcAft>
                  <a:spcPct val="0"/>
                </a:spcAft>
              </a:pPr>
              <a:t>FY2023</a:t>
            </a:fld>
            <a:endParaRPr kumimoji="1" lang="ja-JP" altLang="en-US" sz="1400" dirty="0">
              <a:solidFill>
                <a:schemeClr val="tx1"/>
              </a:solidFill>
            </a:endParaRPr>
          </a:p>
        </p:txBody>
      </p:sp>
      <p:sp>
        <p:nvSpPr>
          <p:cNvPr id="21" name="正方形/長方形 20">
            <a:extLst>
              <a:ext uri="{FF2B5EF4-FFF2-40B4-BE49-F238E27FC236}">
                <a16:creationId xmlns:a16="http://schemas.microsoft.com/office/drawing/2014/main" id="{06F50732-7E5A-5121-0348-1D8818006550}"/>
              </a:ext>
            </a:extLst>
          </p:cNvPr>
          <p:cNvSpPr/>
          <p:nvPr>
            <p:custDataLst>
              <p:tags r:id="rId12"/>
            </p:custDataLst>
          </p:nvPr>
        </p:nvSpPr>
        <p:spPr bwMode="auto">
          <a:xfrm>
            <a:off x="6784975"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B70527C4-7E05-408B-81DF-F2D6954F1112}" type="datetime'''''F''Y''''2''''''''0''''''''2''''''4'''''''">
              <a:rPr lang="ja-JP" altLang="en-US" sz="1400" smtClean="0">
                <a:solidFill>
                  <a:schemeClr val="tx1"/>
                </a:solidFill>
                <a:effectLst/>
              </a:rPr>
              <a:pPr algn="ctr">
                <a:lnSpc>
                  <a:spcPct val="110000"/>
                </a:lnSpc>
                <a:spcBef>
                  <a:spcPct val="0"/>
                </a:spcBef>
                <a:spcAft>
                  <a:spcPct val="0"/>
                </a:spcAft>
              </a:pPr>
              <a:t>FY2024</a:t>
            </a:fld>
            <a:endParaRPr kumimoji="1" lang="ja-JP" altLang="en-US" sz="1400" dirty="0">
              <a:solidFill>
                <a:schemeClr val="tx1"/>
              </a:solidFill>
            </a:endParaRPr>
          </a:p>
        </p:txBody>
      </p:sp>
      <p:sp>
        <p:nvSpPr>
          <p:cNvPr id="22" name="正方形/長方形 21">
            <a:extLst>
              <a:ext uri="{FF2B5EF4-FFF2-40B4-BE49-F238E27FC236}">
                <a16:creationId xmlns:a16="http://schemas.microsoft.com/office/drawing/2014/main" id="{FAFCF4ED-9BFC-42DB-B4BE-2FEF2E257926}"/>
              </a:ext>
            </a:extLst>
          </p:cNvPr>
          <p:cNvSpPr/>
          <p:nvPr>
            <p:custDataLst>
              <p:tags r:id="rId13"/>
            </p:custDataLst>
          </p:nvPr>
        </p:nvSpPr>
        <p:spPr bwMode="auto">
          <a:xfrm>
            <a:off x="7494588" y="5942013"/>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1982182-20B2-44C0-8F0F-82C285CE908B}" type="datetime'''''F''''''''''''''''''''Y''''''''2''0''''''''''''''25'''''''">
              <a:rPr lang="ja-JP" altLang="en-US" sz="1400" smtClean="0">
                <a:solidFill>
                  <a:schemeClr val="tx1"/>
                </a:solidFill>
                <a:effectLst/>
              </a:rPr>
              <a:pPr algn="ctr">
                <a:lnSpc>
                  <a:spcPct val="110000"/>
                </a:lnSpc>
                <a:spcBef>
                  <a:spcPct val="0"/>
                </a:spcBef>
                <a:spcAft>
                  <a:spcPct val="0"/>
                </a:spcAft>
              </a:pPr>
              <a:t>FY2025</a:t>
            </a:fld>
            <a:endParaRPr kumimoji="1" lang="ja-JP" altLang="en-US" sz="1400" dirty="0">
              <a:solidFill>
                <a:schemeClr val="tx1"/>
              </a:solidFill>
            </a:endParaRPr>
          </a:p>
        </p:txBody>
      </p:sp>
      <p:cxnSp>
        <p:nvCxnSpPr>
          <p:cNvPr id="30" name="直線コネクタ 29">
            <a:extLst>
              <a:ext uri="{FF2B5EF4-FFF2-40B4-BE49-F238E27FC236}">
                <a16:creationId xmlns:a16="http://schemas.microsoft.com/office/drawing/2014/main" id="{18A8D265-FC5B-6AEA-1B06-FFFF9F88E823}"/>
              </a:ext>
            </a:extLst>
          </p:cNvPr>
          <p:cNvCxnSpPr/>
          <p:nvPr>
            <p:custDataLst>
              <p:tags r:id="rId14"/>
            </p:custDataLst>
          </p:nvPr>
        </p:nvCxnSpPr>
        <p:spPr bwMode="gray">
          <a:xfrm>
            <a:off x="1585913" y="2251075"/>
            <a:ext cx="231775" cy="0"/>
          </a:xfrm>
          <a:prstGeom prst="line">
            <a:avLst/>
          </a:prstGeom>
          <a:ln w="19050"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24077334-2861-0F34-3EFC-41DCE834504C}"/>
              </a:ext>
            </a:extLst>
          </p:cNvPr>
          <p:cNvCxnSpPr/>
          <p:nvPr>
            <p:custDataLst>
              <p:tags r:id="rId15"/>
            </p:custDataLst>
          </p:nvPr>
        </p:nvCxnSpPr>
        <p:spPr bwMode="gray">
          <a:xfrm>
            <a:off x="1585913" y="2536825"/>
            <a:ext cx="231775"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B0AD1BF4-BE71-F581-1FD0-880753E714B9}"/>
              </a:ext>
            </a:extLst>
          </p:cNvPr>
          <p:cNvCxnSpPr/>
          <p:nvPr>
            <p:custDataLst>
              <p:tags r:id="rId16"/>
            </p:custDataLst>
          </p:nvPr>
        </p:nvCxnSpPr>
        <p:spPr bwMode="gray">
          <a:xfrm>
            <a:off x="1585913" y="2822575"/>
            <a:ext cx="231775" cy="0"/>
          </a:xfrm>
          <a:prstGeom prst="line">
            <a:avLst/>
          </a:prstGeom>
          <a:ln w="19050" cap="rnd" cmpd="sng" algn="ctr">
            <a:solidFill>
              <a:schemeClr val="accent3"/>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正方形/長方形 4">
            <a:extLst>
              <a:ext uri="{FF2B5EF4-FFF2-40B4-BE49-F238E27FC236}">
                <a16:creationId xmlns:a16="http://schemas.microsoft.com/office/drawing/2014/main" id="{E44DA3FB-4E0E-0AE8-13D5-65ABE064D955}"/>
              </a:ext>
            </a:extLst>
          </p:cNvPr>
          <p:cNvSpPr/>
          <p:nvPr>
            <p:custDataLst>
              <p:tags r:id="rId17"/>
            </p:custDataLst>
          </p:nvPr>
        </p:nvSpPr>
        <p:spPr bwMode="auto">
          <a:xfrm>
            <a:off x="1878013" y="2136775"/>
            <a:ext cx="190817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41620FD5-E77C-4E6F-84B9-65A85774DD1B}" type="datetime'完''''全''''''予''''''見（''円''''''/''k''W''''''・年）'''">
              <a:rPr lang="ja-JP" altLang="en-US" sz="1400" smtClean="0">
                <a:solidFill>
                  <a:schemeClr val="tx1"/>
                </a:solidFill>
              </a:rPr>
              <a:pPr/>
              <a:t>完全予見（円/kW・年）</a:t>
            </a:fld>
            <a:endParaRPr kumimoji="1" lang="ja-JP" altLang="en-US" sz="1400" dirty="0">
              <a:solidFill>
                <a:schemeClr val="tx1"/>
              </a:solidFill>
            </a:endParaRPr>
          </a:p>
        </p:txBody>
      </p:sp>
      <p:sp>
        <p:nvSpPr>
          <p:cNvPr id="7" name="正方形/長方形 6">
            <a:extLst>
              <a:ext uri="{FF2B5EF4-FFF2-40B4-BE49-F238E27FC236}">
                <a16:creationId xmlns:a16="http://schemas.microsoft.com/office/drawing/2014/main" id="{0162980D-0B72-E619-CDE2-0ECB4239575F}"/>
              </a:ext>
            </a:extLst>
          </p:cNvPr>
          <p:cNvSpPr/>
          <p:nvPr>
            <p:custDataLst>
              <p:tags r:id="rId18"/>
            </p:custDataLst>
          </p:nvPr>
        </p:nvSpPr>
        <p:spPr bwMode="auto">
          <a:xfrm>
            <a:off x="1878013" y="2422525"/>
            <a:ext cx="2789238"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7B8081D5-4B2A-421C-AF77-9F368F318752}" type="datetime'a''''.'' ''''前日価格''''''''''''ナイ''ー''''''''''ブ''（''円/k''W・''年）'">
              <a:rPr lang="ja-JP" altLang="en-US" sz="1400" smtClean="0">
                <a:solidFill>
                  <a:schemeClr val="tx1"/>
                </a:solidFill>
              </a:rPr>
              <a:pPr/>
              <a:t>a. 前日価格ナイーブ（円/kW・年）</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FFED9F0F-0CE9-F205-9235-AA0367A005FF}"/>
              </a:ext>
            </a:extLst>
          </p:cNvPr>
          <p:cNvSpPr/>
          <p:nvPr>
            <p:custDataLst>
              <p:tags r:id="rId19"/>
            </p:custDataLst>
          </p:nvPr>
        </p:nvSpPr>
        <p:spPr bwMode="auto">
          <a:xfrm>
            <a:off x="1878013" y="2708275"/>
            <a:ext cx="261937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7F7002F2-B577-4758-BC62-64522DE1BCB3}" type="datetime'''''b. ''前''日予測''''''ベ''ース（円''/''''''kW・''''''''''年）'">
              <a:rPr lang="ja-JP" altLang="en-US" sz="1400" smtClean="0">
                <a:solidFill>
                  <a:schemeClr val="tx1"/>
                </a:solidFill>
              </a:rPr>
              <a:pPr/>
              <a:t>b. 前日予測ベース（円/kW・年）</a:t>
            </a:fld>
            <a:endParaRPr kumimoji="1" lang="ja-JP" altLang="en-US" sz="1400" dirty="0">
              <a:solidFill>
                <a:schemeClr val="tx1"/>
              </a:solidFill>
            </a:endParaRPr>
          </a:p>
        </p:txBody>
      </p:sp>
      <p:sp>
        <p:nvSpPr>
          <p:cNvPr id="63" name="テキスト ボックス 62">
            <a:extLst>
              <a:ext uri="{FF2B5EF4-FFF2-40B4-BE49-F238E27FC236}">
                <a16:creationId xmlns:a16="http://schemas.microsoft.com/office/drawing/2014/main" id="{D1809AC5-7028-750D-BE4D-C8142B81642E}"/>
              </a:ext>
            </a:extLst>
          </p:cNvPr>
          <p:cNvSpPr txBox="1"/>
          <p:nvPr/>
        </p:nvSpPr>
        <p:spPr>
          <a:xfrm>
            <a:off x="7867650" y="1576388"/>
            <a:ext cx="4362449" cy="2031325"/>
          </a:xfrm>
          <a:prstGeom prst="rect">
            <a:avLst/>
          </a:prstGeom>
          <a:noFill/>
        </p:spPr>
        <p:txBody>
          <a:bodyPr wrap="square">
            <a:spAutoFit/>
          </a:bodyPr>
          <a:lstStyle/>
          <a:p>
            <a:pPr marL="285750" indent="-285750">
              <a:buFont typeface="Arial" panose="020B0604020202020204" pitchFamily="34" charset="0"/>
              <a:buChar char="•"/>
            </a:pPr>
            <a:r>
              <a:rPr lang="ja-JP" altLang="en-US" dirty="0"/>
              <a:t>完全情報の年間裁定粗利（</a:t>
            </a:r>
            <a:r>
              <a:rPr lang="en-US" altLang="ja-JP" dirty="0"/>
              <a:t>FY2023〜25</a:t>
            </a:r>
            <a:r>
              <a:rPr lang="ja-JP" altLang="en-US" dirty="0"/>
              <a:t>）</a:t>
            </a:r>
            <a:br>
              <a:rPr lang="en-US" altLang="ja-JP" dirty="0"/>
            </a:br>
            <a:r>
              <a:rPr lang="ja-JP" altLang="en-US" dirty="0"/>
              <a:t>→ </a:t>
            </a:r>
            <a:r>
              <a:rPr lang="en-US" altLang="ja-JP" dirty="0"/>
              <a:t>1.0〜1.25</a:t>
            </a:r>
            <a:r>
              <a:rPr lang="ja-JP" altLang="en-US" dirty="0"/>
              <a:t>万円</a:t>
            </a:r>
            <a:r>
              <a:rPr lang="en-US" altLang="ja-JP" dirty="0"/>
              <a:t>/kW</a:t>
            </a:r>
            <a:r>
              <a:rPr lang="ja-JP" altLang="en-US" dirty="0"/>
              <a:t>・年</a:t>
            </a:r>
          </a:p>
          <a:p>
            <a:pPr marL="285750" indent="-285750">
              <a:buFont typeface="Arial" panose="020B0604020202020204" pitchFamily="34" charset="0"/>
              <a:buChar char="•"/>
            </a:pPr>
            <a:r>
              <a:rPr lang="ja-JP" altLang="en-US" dirty="0"/>
              <a:t>ナイーブな戦略</a:t>
            </a:r>
            <a:br>
              <a:rPr lang="en-US" altLang="ja-JP" dirty="0"/>
            </a:br>
            <a:r>
              <a:rPr lang="ja-JP" altLang="en-US" dirty="0"/>
              <a:t>→ </a:t>
            </a:r>
            <a:r>
              <a:rPr lang="en-US" altLang="ja-JP" dirty="0"/>
              <a:t>0.8〜1.05</a:t>
            </a:r>
            <a:r>
              <a:rPr lang="ja-JP" altLang="en-US" dirty="0"/>
              <a:t>万円</a:t>
            </a:r>
            <a:r>
              <a:rPr lang="en-US" altLang="ja-JP" dirty="0"/>
              <a:t>/kW</a:t>
            </a:r>
            <a:r>
              <a:rPr lang="ja-JP" altLang="en-US" dirty="0"/>
              <a:t>・年</a:t>
            </a:r>
            <a:br>
              <a:rPr lang="en-US" altLang="ja-JP" dirty="0"/>
            </a:br>
            <a:r>
              <a:rPr lang="ja-JP" altLang="en-US" dirty="0"/>
              <a:t>→ 完全情報の</a:t>
            </a:r>
            <a:r>
              <a:rPr lang="en-US" altLang="ja-JP" dirty="0"/>
              <a:t>2</a:t>
            </a:r>
            <a:r>
              <a:rPr lang="ja-JP" altLang="en-US" dirty="0"/>
              <a:t>割引きくらい</a:t>
            </a:r>
          </a:p>
          <a:p>
            <a:pPr marL="285750" indent="-285750">
              <a:buFont typeface="Arial" panose="020B0604020202020204" pitchFamily="34" charset="0"/>
              <a:buChar char="•"/>
            </a:pPr>
            <a:endParaRPr lang="ja-JP" altLang="en-US" dirty="0"/>
          </a:p>
        </p:txBody>
      </p:sp>
      <p:sp>
        <p:nvSpPr>
          <p:cNvPr id="10" name="二等辺三角形 9">
            <a:extLst>
              <a:ext uri="{FF2B5EF4-FFF2-40B4-BE49-F238E27FC236}">
                <a16:creationId xmlns:a16="http://schemas.microsoft.com/office/drawing/2014/main" id="{C7361CF6-DC04-19BA-F13E-917188B7C787}"/>
              </a:ext>
            </a:extLst>
          </p:cNvPr>
          <p:cNvSpPr/>
          <p:nvPr/>
        </p:nvSpPr>
        <p:spPr>
          <a:xfrm rot="10800000">
            <a:off x="9323010" y="3481388"/>
            <a:ext cx="1451727" cy="555725"/>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EBE7D938-5007-81B1-0A95-8415B37EAFC0}"/>
              </a:ext>
            </a:extLst>
          </p:cNvPr>
          <p:cNvSpPr txBox="1"/>
          <p:nvPr/>
        </p:nvSpPr>
        <p:spPr>
          <a:xfrm>
            <a:off x="7867650" y="4076700"/>
            <a:ext cx="4200253" cy="1754326"/>
          </a:xfrm>
          <a:prstGeom prst="rect">
            <a:avLst/>
          </a:prstGeom>
          <a:noFill/>
        </p:spPr>
        <p:txBody>
          <a:bodyPr wrap="square">
            <a:spAutoFit/>
          </a:bodyPr>
          <a:lstStyle/>
          <a:p>
            <a:pPr marL="285750" indent="-285750">
              <a:buFont typeface="Arial" panose="020B0604020202020204" pitchFamily="34" charset="0"/>
              <a:buChar char="•"/>
            </a:pPr>
            <a:r>
              <a:rPr lang="ja-JP" altLang="en-US" dirty="0"/>
              <a:t>足元の市況ではスポット市場（需給調整市場）単体では不採算</a:t>
            </a:r>
            <a:br>
              <a:rPr lang="en-US" altLang="ja-JP" dirty="0"/>
            </a:br>
            <a:r>
              <a:rPr lang="ja-JP" altLang="en-US" dirty="0"/>
              <a:t>→ 容量市場収益込で投資の意思決定を実行</a:t>
            </a:r>
            <a:br>
              <a:rPr lang="en-US" altLang="ja-JP" dirty="0"/>
            </a:br>
            <a:r>
              <a:rPr lang="ja-JP" altLang="en-US" b="1" dirty="0">
                <a:solidFill>
                  <a:schemeClr val="accent2"/>
                </a:solidFill>
              </a:rPr>
              <a:t>→ 容量市場収益の適切な織り込みが必要</a:t>
            </a:r>
          </a:p>
        </p:txBody>
      </p:sp>
    </p:spTree>
    <p:extLst>
      <p:ext uri="{BB962C8B-B14F-4D97-AF65-F5344CB8AC3E}">
        <p14:creationId xmlns:p14="http://schemas.microsoft.com/office/powerpoint/2010/main" val="207096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7BFD9-B377-A116-78D2-6F1D080E606A}"/>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A38846B-8754-7602-6FD7-B1E0458AAD55}"/>
              </a:ext>
            </a:extLst>
          </p:cNvPr>
          <p:cNvGraphicFramePr>
            <a:graphicFrameLocks/>
          </p:cNvGraphicFramePr>
          <p:nvPr>
            <p:custDataLst>
              <p:tags r:id="rId1"/>
            </p:custDataLst>
            <p:extLst>
              <p:ext uri="{D42A27DB-BD31-4B8C-83A1-F6EECF244321}">
                <p14:modId xmlns:p14="http://schemas.microsoft.com/office/powerpoint/2010/main" val="6953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2" imgW="404" imgH="405" progId="TCLayout.ActiveDocument.1">
                  <p:embed/>
                </p:oleObj>
              </mc:Choice>
              <mc:Fallback>
                <p:oleObj name="think-cellスライド" r:id="rId22" imgW="404" imgH="405" progId="TCLayout.ActiveDocument.1">
                  <p:embed/>
                  <p:pic>
                    <p:nvPicPr>
                      <p:cNvPr id="9" name="think-cell data - do not delete" hidden="1">
                        <a:extLst>
                          <a:ext uri="{FF2B5EF4-FFF2-40B4-BE49-F238E27FC236}">
                            <a16:creationId xmlns:a16="http://schemas.microsoft.com/office/drawing/2014/main" id="{DD21B65E-0758-86C4-DC06-C153C7B7AB73}"/>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E42D09B8-C7BD-1B84-EB15-170288D257F9}"/>
              </a:ext>
            </a:extLst>
          </p:cNvPr>
          <p:cNvSpPr>
            <a:spLocks noGrp="1"/>
          </p:cNvSpPr>
          <p:nvPr>
            <p:ph idx="1"/>
          </p:nvPr>
        </p:nvSpPr>
        <p:spPr/>
        <p:txBody>
          <a:bodyPr/>
          <a:lstStyle/>
          <a:p>
            <a:r>
              <a:rPr lang="ja-JP" altLang="en-US" b="1" dirty="0"/>
              <a:t>オプション価値算出（</a:t>
            </a:r>
            <a:r>
              <a:rPr lang="ja-JP" altLang="ja-JP" b="1" dirty="0"/>
              <a:t>スポット裁定</a:t>
            </a:r>
            <a:r>
              <a:rPr lang="ja-JP" altLang="en-US" b="1" dirty="0"/>
              <a:t>）～月次ベース価格による規格化版</a:t>
            </a:r>
            <a:endParaRPr lang="ja-JP" altLang="en" b="1" dirty="0"/>
          </a:p>
        </p:txBody>
      </p:sp>
      <p:sp>
        <p:nvSpPr>
          <p:cNvPr id="3" name="スライド番号プレースホルダー 2">
            <a:extLst>
              <a:ext uri="{FF2B5EF4-FFF2-40B4-BE49-F238E27FC236}">
                <a16:creationId xmlns:a16="http://schemas.microsoft.com/office/drawing/2014/main" id="{23D7A903-4B7B-2EA9-6EAD-F642B53BDE68}"/>
              </a:ext>
            </a:extLst>
          </p:cNvPr>
          <p:cNvSpPr>
            <a:spLocks noGrp="1"/>
          </p:cNvSpPr>
          <p:nvPr>
            <p:ph type="sldNum" sz="quarter" idx="12"/>
          </p:nvPr>
        </p:nvSpPr>
        <p:spPr/>
        <p:txBody>
          <a:bodyPr/>
          <a:lstStyle/>
          <a:p>
            <a:fld id="{3B09FD7E-EA79-4AC9-B47C-47EE1A48B026}" type="slidenum">
              <a:rPr kumimoji="1" lang="ja-JP" altLang="en-US" smtClean="0"/>
              <a:t>9</a:t>
            </a:fld>
            <a:endParaRPr kumimoji="1" lang="ja-JP" altLang="en-US"/>
          </a:p>
        </p:txBody>
      </p:sp>
      <p:sp>
        <p:nvSpPr>
          <p:cNvPr id="4" name="タイトル 3">
            <a:extLst>
              <a:ext uri="{FF2B5EF4-FFF2-40B4-BE49-F238E27FC236}">
                <a16:creationId xmlns:a16="http://schemas.microsoft.com/office/drawing/2014/main" id="{5BA25CC6-4EBA-077B-399A-675213D55B32}"/>
              </a:ext>
            </a:extLst>
          </p:cNvPr>
          <p:cNvSpPr>
            <a:spLocks noGrp="1"/>
          </p:cNvSpPr>
          <p:nvPr>
            <p:ph type="title"/>
          </p:nvPr>
        </p:nvSpPr>
        <p:spPr/>
        <p:txBody>
          <a:bodyPr/>
          <a:lstStyle/>
          <a:p>
            <a:endParaRPr kumimoji="1" lang="ja-JP" altLang="en-US"/>
          </a:p>
        </p:txBody>
      </p:sp>
      <p:sp>
        <p:nvSpPr>
          <p:cNvPr id="8" name="テキスト ボックス 7">
            <a:extLst>
              <a:ext uri="{FF2B5EF4-FFF2-40B4-BE49-F238E27FC236}">
                <a16:creationId xmlns:a16="http://schemas.microsoft.com/office/drawing/2014/main" id="{BF08966D-0CE4-F6CA-64CC-C69BDAD5BE86}"/>
              </a:ext>
            </a:extLst>
          </p:cNvPr>
          <p:cNvSpPr txBox="1"/>
          <p:nvPr/>
        </p:nvSpPr>
        <p:spPr>
          <a:xfrm>
            <a:off x="2303847" y="1576388"/>
            <a:ext cx="4377556" cy="338554"/>
          </a:xfrm>
          <a:prstGeom prst="rect">
            <a:avLst/>
          </a:prstGeom>
          <a:noFill/>
        </p:spPr>
        <p:txBody>
          <a:bodyPr wrap="square">
            <a:spAutoFit/>
          </a:bodyPr>
          <a:lstStyle/>
          <a:p>
            <a:pPr algn="ctr"/>
            <a:r>
              <a:rPr lang="ja-JP" altLang="en-US" sz="1600" b="1" dirty="0">
                <a:latin typeface="+mn-ea"/>
              </a:rPr>
              <a:t>規格化後年間裁定粗利（</a:t>
            </a:r>
            <a:r>
              <a:rPr lang="en-US" altLang="ja-JP" sz="1600" b="1" dirty="0">
                <a:latin typeface="+mn-ea"/>
              </a:rPr>
              <a:t>kWh/kW-</a:t>
            </a:r>
            <a:r>
              <a:rPr lang="ja-JP" altLang="en-US" sz="1600" b="1" dirty="0">
                <a:latin typeface="+mn-ea"/>
              </a:rPr>
              <a:t>年）</a:t>
            </a:r>
            <a:endParaRPr lang="ja-JP" altLang="en-US" sz="1600" dirty="0"/>
          </a:p>
        </p:txBody>
      </p:sp>
      <p:graphicFrame>
        <p:nvGraphicFramePr>
          <p:cNvPr id="34" name="Chart 3">
            <a:extLst>
              <a:ext uri="{FF2B5EF4-FFF2-40B4-BE49-F238E27FC236}">
                <a16:creationId xmlns:a16="http://schemas.microsoft.com/office/drawing/2014/main" id="{0611F19C-0C35-5047-53E6-361457973AC8}"/>
              </a:ext>
            </a:extLst>
          </p:cNvPr>
          <p:cNvGraphicFramePr/>
          <p:nvPr>
            <p:custDataLst>
              <p:tags r:id="rId2"/>
            </p:custDataLst>
            <p:extLst>
              <p:ext uri="{D42A27DB-BD31-4B8C-83A1-F6EECF244321}">
                <p14:modId xmlns:p14="http://schemas.microsoft.com/office/powerpoint/2010/main" val="2535727701"/>
              </p:ext>
            </p:extLst>
          </p:nvPr>
        </p:nvGraphicFramePr>
        <p:xfrm>
          <a:off x="588963" y="1782763"/>
          <a:ext cx="7259637" cy="4324350"/>
        </p:xfrm>
        <a:graphic>
          <a:graphicData uri="http://schemas.openxmlformats.org/drawingml/2006/chart">
            <c:chart xmlns:c="http://schemas.openxmlformats.org/drawingml/2006/chart" xmlns:r="http://schemas.openxmlformats.org/officeDocument/2006/relationships" r:id="rId24"/>
          </a:graphicData>
        </a:graphic>
      </p:graphicFrame>
      <p:sp>
        <p:nvSpPr>
          <p:cNvPr id="44" name="正方形/長方形 43">
            <a:extLst>
              <a:ext uri="{FF2B5EF4-FFF2-40B4-BE49-F238E27FC236}">
                <a16:creationId xmlns:a16="http://schemas.microsoft.com/office/drawing/2014/main" id="{7910C6B2-F3D1-6F31-2D3B-5BB4460BFCC3}"/>
              </a:ext>
            </a:extLst>
          </p:cNvPr>
          <p:cNvSpPr/>
          <p:nvPr>
            <p:custDataLst>
              <p:tags r:id="rId3"/>
            </p:custDataLst>
          </p:nvPr>
        </p:nvSpPr>
        <p:spPr bwMode="auto">
          <a:xfrm>
            <a:off x="334963" y="3446463"/>
            <a:ext cx="234950" cy="996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r>
              <a:rPr lang="en-US" altLang="ja-JP" sz="1400" dirty="0">
                <a:solidFill>
                  <a:schemeClr val="tx1"/>
                </a:solidFill>
              </a:rPr>
              <a:t>kWh/kW</a:t>
            </a:r>
            <a:r>
              <a:rPr lang="ja-JP" altLang="en-US" sz="1400" dirty="0">
                <a:solidFill>
                  <a:schemeClr val="tx1"/>
                </a:solidFill>
              </a:rPr>
              <a:t>・年</a:t>
            </a:r>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C4198399-BF53-8EF9-AD53-420B59F842E4}"/>
              </a:ext>
            </a:extLst>
          </p:cNvPr>
          <p:cNvSpPr/>
          <p:nvPr>
            <p:custDataLst>
              <p:tags r:id="rId4"/>
            </p:custDataLst>
          </p:nvPr>
        </p:nvSpPr>
        <p:spPr bwMode="auto">
          <a:xfrm>
            <a:off x="1023938"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3B5990B-029C-4E46-9C30-244ECE0AC129}" type="datetime'''''''''''''''''''''''''''F''''Y''2''''0''''''''1''''''''6'">
              <a:rPr lang="ja-JP" altLang="en-US" sz="1400" smtClean="0">
                <a:solidFill>
                  <a:schemeClr val="tx1"/>
                </a:solidFill>
                <a:effectLst/>
              </a:rPr>
              <a:pPr algn="ctr">
                <a:lnSpc>
                  <a:spcPct val="110000"/>
                </a:lnSpc>
                <a:spcBef>
                  <a:spcPct val="0"/>
                </a:spcBef>
                <a:spcAft>
                  <a:spcPct val="0"/>
                </a:spcAft>
              </a:pPr>
              <a:t>FY2016</a:t>
            </a:fld>
            <a:endParaRPr kumimoji="1" lang="ja-JP" altLang="en-US" sz="1400" dirty="0">
              <a:solidFill>
                <a:schemeClr val="tx1"/>
              </a:solidFill>
            </a:endParaRPr>
          </a:p>
        </p:txBody>
      </p:sp>
      <p:sp>
        <p:nvSpPr>
          <p:cNvPr id="14" name="正方形/長方形 13">
            <a:extLst>
              <a:ext uri="{FF2B5EF4-FFF2-40B4-BE49-F238E27FC236}">
                <a16:creationId xmlns:a16="http://schemas.microsoft.com/office/drawing/2014/main" id="{2EA6A10B-DEDC-4B22-E6E9-046A2B8D398D}"/>
              </a:ext>
            </a:extLst>
          </p:cNvPr>
          <p:cNvSpPr/>
          <p:nvPr>
            <p:custDataLst>
              <p:tags r:id="rId5"/>
            </p:custDataLst>
          </p:nvPr>
        </p:nvSpPr>
        <p:spPr bwMode="auto">
          <a:xfrm>
            <a:off x="1743075"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F7210CB-7758-4B24-9559-31C44E130301}" type="datetime'F''''''''''''Y''''''2''''''''''''''''''''''''''0''1''7'">
              <a:rPr lang="ja-JP" altLang="en-US" sz="1400" smtClean="0">
                <a:solidFill>
                  <a:schemeClr val="tx1"/>
                </a:solidFill>
                <a:effectLst/>
              </a:rPr>
              <a:pPr algn="ctr">
                <a:lnSpc>
                  <a:spcPct val="110000"/>
                </a:lnSpc>
                <a:spcBef>
                  <a:spcPct val="0"/>
                </a:spcBef>
                <a:spcAft>
                  <a:spcPct val="0"/>
                </a:spcAft>
              </a:pPr>
              <a:t>FY2017</a:t>
            </a:fld>
            <a:endParaRPr kumimoji="1" lang="ja-JP" altLang="en-US" sz="1400" dirty="0">
              <a:solidFill>
                <a:schemeClr val="tx1"/>
              </a:solidFill>
            </a:endParaRPr>
          </a:p>
        </p:txBody>
      </p:sp>
      <p:sp>
        <p:nvSpPr>
          <p:cNvPr id="15" name="正方形/長方形 14">
            <a:extLst>
              <a:ext uri="{FF2B5EF4-FFF2-40B4-BE49-F238E27FC236}">
                <a16:creationId xmlns:a16="http://schemas.microsoft.com/office/drawing/2014/main" id="{35CAFFAE-3D41-B7D1-41CA-5C4D6CABA277}"/>
              </a:ext>
            </a:extLst>
          </p:cNvPr>
          <p:cNvSpPr/>
          <p:nvPr>
            <p:custDataLst>
              <p:tags r:id="rId6"/>
            </p:custDataLst>
          </p:nvPr>
        </p:nvSpPr>
        <p:spPr bwMode="auto">
          <a:xfrm>
            <a:off x="2462213"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3A966389-CD27-4E60-BE98-37163A4139CE}" type="datetime'''''''''F''Y''''2''01''''''''''''''''''''''''8'''''''''''''">
              <a:rPr lang="ja-JP" altLang="en-US" sz="1400" smtClean="0">
                <a:solidFill>
                  <a:schemeClr val="tx1"/>
                </a:solidFill>
                <a:effectLst/>
              </a:rPr>
              <a:pPr algn="ctr">
                <a:lnSpc>
                  <a:spcPct val="110000"/>
                </a:lnSpc>
                <a:spcBef>
                  <a:spcPct val="0"/>
                </a:spcBef>
                <a:spcAft>
                  <a:spcPct val="0"/>
                </a:spcAft>
              </a:pPr>
              <a:t>FY2018</a:t>
            </a:fld>
            <a:endParaRPr kumimoji="1" lang="ja-JP" altLang="en-US" sz="1400" dirty="0">
              <a:solidFill>
                <a:schemeClr val="tx1"/>
              </a:solidFill>
            </a:endParaRPr>
          </a:p>
        </p:txBody>
      </p:sp>
      <p:sp>
        <p:nvSpPr>
          <p:cNvPr id="16" name="正方形/長方形 15">
            <a:extLst>
              <a:ext uri="{FF2B5EF4-FFF2-40B4-BE49-F238E27FC236}">
                <a16:creationId xmlns:a16="http://schemas.microsoft.com/office/drawing/2014/main" id="{61B7A2E9-C0B5-3F5E-C166-35357E95BD44}"/>
              </a:ext>
            </a:extLst>
          </p:cNvPr>
          <p:cNvSpPr/>
          <p:nvPr>
            <p:custDataLst>
              <p:tags r:id="rId7"/>
            </p:custDataLst>
          </p:nvPr>
        </p:nvSpPr>
        <p:spPr bwMode="auto">
          <a:xfrm>
            <a:off x="3181350"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252ED2A-8CCE-4A4C-8E65-2CDEC275416F}" type="datetime'''F''''''''''Y''''''''''20''''''''''''''''''''''19'''">
              <a:rPr lang="ja-JP" altLang="en-US" sz="1400" smtClean="0">
                <a:solidFill>
                  <a:schemeClr val="tx1"/>
                </a:solidFill>
                <a:effectLst/>
              </a:rPr>
              <a:pPr algn="ctr">
                <a:lnSpc>
                  <a:spcPct val="110000"/>
                </a:lnSpc>
                <a:spcBef>
                  <a:spcPct val="0"/>
                </a:spcBef>
                <a:spcAft>
                  <a:spcPct val="0"/>
                </a:spcAft>
              </a:pPr>
              <a:t>FY2019</a:t>
            </a:fld>
            <a:endParaRPr kumimoji="1" lang="ja-JP" altLang="en-US" sz="1400" dirty="0">
              <a:solidFill>
                <a:schemeClr val="tx1"/>
              </a:solidFill>
            </a:endParaRPr>
          </a:p>
        </p:txBody>
      </p:sp>
      <p:sp>
        <p:nvSpPr>
          <p:cNvPr id="17" name="正方形/長方形 16">
            <a:extLst>
              <a:ext uri="{FF2B5EF4-FFF2-40B4-BE49-F238E27FC236}">
                <a16:creationId xmlns:a16="http://schemas.microsoft.com/office/drawing/2014/main" id="{0E556BFC-63E6-F88F-02ED-29C836E757C9}"/>
              </a:ext>
            </a:extLst>
          </p:cNvPr>
          <p:cNvSpPr/>
          <p:nvPr>
            <p:custDataLst>
              <p:tags r:id="rId8"/>
            </p:custDataLst>
          </p:nvPr>
        </p:nvSpPr>
        <p:spPr bwMode="auto">
          <a:xfrm>
            <a:off x="3900488"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765A6EF2-7D65-43FB-AD49-935021009819}" type="datetime'''''''''''''''''''F''''Y''''20''''''2''''0'''''''''''">
              <a:rPr lang="ja-JP" altLang="en-US" sz="1400" smtClean="0">
                <a:solidFill>
                  <a:schemeClr val="tx1"/>
                </a:solidFill>
                <a:effectLst/>
              </a:rPr>
              <a:pPr algn="ctr">
                <a:lnSpc>
                  <a:spcPct val="110000"/>
                </a:lnSpc>
                <a:spcBef>
                  <a:spcPct val="0"/>
                </a:spcBef>
                <a:spcAft>
                  <a:spcPct val="0"/>
                </a:spcAft>
              </a:pPr>
              <a:t>FY2020</a:t>
            </a:fld>
            <a:endParaRPr kumimoji="1" lang="ja-JP" altLang="en-US" sz="1400" dirty="0">
              <a:solidFill>
                <a:schemeClr val="tx1"/>
              </a:solidFill>
            </a:endParaRPr>
          </a:p>
        </p:txBody>
      </p:sp>
      <p:sp>
        <p:nvSpPr>
          <p:cNvPr id="18" name="正方形/長方形 17">
            <a:extLst>
              <a:ext uri="{FF2B5EF4-FFF2-40B4-BE49-F238E27FC236}">
                <a16:creationId xmlns:a16="http://schemas.microsoft.com/office/drawing/2014/main" id="{AA650E36-C7CB-808D-A469-ABC1CAA21CEE}"/>
              </a:ext>
            </a:extLst>
          </p:cNvPr>
          <p:cNvSpPr/>
          <p:nvPr>
            <p:custDataLst>
              <p:tags r:id="rId9"/>
            </p:custDataLst>
          </p:nvPr>
        </p:nvSpPr>
        <p:spPr bwMode="auto">
          <a:xfrm>
            <a:off x="4618038"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0DBCE1E-73E0-493C-844A-24CB484578D0}" type="datetime'''''''F''Y2''''''''''''''''''''''''''''''02''''''''1'">
              <a:rPr lang="ja-JP" altLang="en-US" sz="1400" smtClean="0">
                <a:solidFill>
                  <a:schemeClr val="tx1"/>
                </a:solidFill>
                <a:effectLst/>
              </a:rPr>
              <a:pPr algn="ctr">
                <a:lnSpc>
                  <a:spcPct val="110000"/>
                </a:lnSpc>
                <a:spcBef>
                  <a:spcPct val="0"/>
                </a:spcBef>
                <a:spcAft>
                  <a:spcPct val="0"/>
                </a:spcAft>
              </a:pPr>
              <a:t>FY2021</a:t>
            </a:fld>
            <a:endParaRPr kumimoji="1" lang="ja-JP" altLang="en-US" sz="1400" dirty="0">
              <a:solidFill>
                <a:schemeClr val="tx1"/>
              </a:solidFill>
            </a:endParaRPr>
          </a:p>
        </p:txBody>
      </p:sp>
      <p:sp>
        <p:nvSpPr>
          <p:cNvPr id="19" name="正方形/長方形 18">
            <a:extLst>
              <a:ext uri="{FF2B5EF4-FFF2-40B4-BE49-F238E27FC236}">
                <a16:creationId xmlns:a16="http://schemas.microsoft.com/office/drawing/2014/main" id="{F9A4BC17-426F-6DCD-9190-EF59D5DB892D}"/>
              </a:ext>
            </a:extLst>
          </p:cNvPr>
          <p:cNvSpPr/>
          <p:nvPr>
            <p:custDataLst>
              <p:tags r:id="rId10"/>
            </p:custDataLst>
          </p:nvPr>
        </p:nvSpPr>
        <p:spPr bwMode="auto">
          <a:xfrm>
            <a:off x="5337175"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FD1565E2-F2C3-4BE8-A252-4AA483D1DF5E}" type="datetime'''''''''''''''''FY''''''''''''''''''''''''''''20''''''''2''2'">
              <a:rPr lang="ja-JP" altLang="en-US" sz="1400" smtClean="0">
                <a:solidFill>
                  <a:schemeClr val="tx1"/>
                </a:solidFill>
                <a:effectLst/>
              </a:rPr>
              <a:pPr algn="ctr">
                <a:lnSpc>
                  <a:spcPct val="110000"/>
                </a:lnSpc>
                <a:spcBef>
                  <a:spcPct val="0"/>
                </a:spcBef>
                <a:spcAft>
                  <a:spcPct val="0"/>
                </a:spcAft>
              </a:pPr>
              <a:t>FY2022</a:t>
            </a:fld>
            <a:endParaRPr kumimoji="1" lang="ja-JP" altLang="en-US" sz="1400" dirty="0">
              <a:solidFill>
                <a:schemeClr val="tx1"/>
              </a:solidFill>
            </a:endParaRPr>
          </a:p>
        </p:txBody>
      </p:sp>
      <p:sp>
        <p:nvSpPr>
          <p:cNvPr id="20" name="正方形/長方形 19">
            <a:extLst>
              <a:ext uri="{FF2B5EF4-FFF2-40B4-BE49-F238E27FC236}">
                <a16:creationId xmlns:a16="http://schemas.microsoft.com/office/drawing/2014/main" id="{7A793765-07E8-411B-4A67-769F7E408373}"/>
              </a:ext>
            </a:extLst>
          </p:cNvPr>
          <p:cNvSpPr/>
          <p:nvPr>
            <p:custDataLst>
              <p:tags r:id="rId11"/>
            </p:custDataLst>
          </p:nvPr>
        </p:nvSpPr>
        <p:spPr bwMode="auto">
          <a:xfrm>
            <a:off x="6056313"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9844C7D-A65F-49D8-8BE7-866E1860AF31}" type="datetime'''F''''Y''''''''''''2''''''''''02''''''''''''3'''''''''''">
              <a:rPr lang="ja-JP" altLang="en-US" sz="1400" smtClean="0">
                <a:solidFill>
                  <a:schemeClr val="tx1"/>
                </a:solidFill>
                <a:effectLst/>
              </a:rPr>
              <a:pPr algn="ctr">
                <a:lnSpc>
                  <a:spcPct val="110000"/>
                </a:lnSpc>
                <a:spcBef>
                  <a:spcPct val="0"/>
                </a:spcBef>
                <a:spcAft>
                  <a:spcPct val="0"/>
                </a:spcAft>
              </a:pPr>
              <a:t>FY2023</a:t>
            </a:fld>
            <a:endParaRPr kumimoji="1" lang="ja-JP" altLang="en-US" sz="1400" dirty="0">
              <a:solidFill>
                <a:schemeClr val="tx1"/>
              </a:solidFill>
            </a:endParaRPr>
          </a:p>
        </p:txBody>
      </p:sp>
      <p:sp>
        <p:nvSpPr>
          <p:cNvPr id="21" name="正方形/長方形 20">
            <a:extLst>
              <a:ext uri="{FF2B5EF4-FFF2-40B4-BE49-F238E27FC236}">
                <a16:creationId xmlns:a16="http://schemas.microsoft.com/office/drawing/2014/main" id="{D8E2F401-E328-8494-A312-3EE340200599}"/>
              </a:ext>
            </a:extLst>
          </p:cNvPr>
          <p:cNvSpPr/>
          <p:nvPr>
            <p:custDataLst>
              <p:tags r:id="rId12"/>
            </p:custDataLst>
          </p:nvPr>
        </p:nvSpPr>
        <p:spPr bwMode="auto">
          <a:xfrm>
            <a:off x="6775450"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B70527C4-7E05-408B-81DF-F2D6954F1112}" type="datetime'''''F''Y''''2''''''''0''''''''2''''''4'''''''">
              <a:rPr lang="ja-JP" altLang="en-US" sz="1400" smtClean="0">
                <a:solidFill>
                  <a:schemeClr val="tx1"/>
                </a:solidFill>
                <a:effectLst/>
              </a:rPr>
              <a:pPr algn="ctr">
                <a:lnSpc>
                  <a:spcPct val="110000"/>
                </a:lnSpc>
                <a:spcBef>
                  <a:spcPct val="0"/>
                </a:spcBef>
                <a:spcAft>
                  <a:spcPct val="0"/>
                </a:spcAft>
              </a:pPr>
              <a:t>FY2024</a:t>
            </a:fld>
            <a:endParaRPr kumimoji="1" lang="ja-JP" altLang="en-US" sz="1400" dirty="0">
              <a:solidFill>
                <a:schemeClr val="tx1"/>
              </a:solidFill>
            </a:endParaRPr>
          </a:p>
        </p:txBody>
      </p:sp>
      <p:sp>
        <p:nvSpPr>
          <p:cNvPr id="22" name="正方形/長方形 21">
            <a:extLst>
              <a:ext uri="{FF2B5EF4-FFF2-40B4-BE49-F238E27FC236}">
                <a16:creationId xmlns:a16="http://schemas.microsoft.com/office/drawing/2014/main" id="{CCC3280C-025F-9971-BF91-A2ABE2741506}"/>
              </a:ext>
            </a:extLst>
          </p:cNvPr>
          <p:cNvSpPr/>
          <p:nvPr>
            <p:custDataLst>
              <p:tags r:id="rId13"/>
            </p:custDataLst>
          </p:nvPr>
        </p:nvSpPr>
        <p:spPr bwMode="auto">
          <a:xfrm>
            <a:off x="7494588" y="5959475"/>
            <a:ext cx="5429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1982182-20B2-44C0-8F0F-82C285CE908B}" type="datetime'''''F''''''''''''''''''''Y''''''''2''0''''''''''''''25'''''''">
              <a:rPr lang="ja-JP" altLang="en-US" sz="1400" smtClean="0">
                <a:solidFill>
                  <a:schemeClr val="tx1"/>
                </a:solidFill>
                <a:effectLst/>
              </a:rPr>
              <a:pPr algn="ctr">
                <a:lnSpc>
                  <a:spcPct val="110000"/>
                </a:lnSpc>
                <a:spcBef>
                  <a:spcPct val="0"/>
                </a:spcBef>
                <a:spcAft>
                  <a:spcPct val="0"/>
                </a:spcAft>
              </a:pPr>
              <a:t>FY2025</a:t>
            </a:fld>
            <a:endParaRPr kumimoji="1" lang="ja-JP" altLang="en-US" sz="1400" dirty="0">
              <a:solidFill>
                <a:schemeClr val="tx1"/>
              </a:solidFill>
            </a:endParaRPr>
          </a:p>
        </p:txBody>
      </p:sp>
      <p:cxnSp>
        <p:nvCxnSpPr>
          <p:cNvPr id="30" name="直線コネクタ 29">
            <a:extLst>
              <a:ext uri="{FF2B5EF4-FFF2-40B4-BE49-F238E27FC236}">
                <a16:creationId xmlns:a16="http://schemas.microsoft.com/office/drawing/2014/main" id="{02348A0C-FB3B-EDCF-19B5-FFCA16081B29}"/>
              </a:ext>
            </a:extLst>
          </p:cNvPr>
          <p:cNvCxnSpPr/>
          <p:nvPr>
            <p:custDataLst>
              <p:tags r:id="rId14"/>
            </p:custDataLst>
          </p:nvPr>
        </p:nvCxnSpPr>
        <p:spPr bwMode="gray">
          <a:xfrm>
            <a:off x="1585913" y="2268538"/>
            <a:ext cx="231775" cy="0"/>
          </a:xfrm>
          <a:prstGeom prst="line">
            <a:avLst/>
          </a:prstGeom>
          <a:ln w="19050"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F2037D4A-3AE0-70CC-F39B-2A63FA3418BA}"/>
              </a:ext>
            </a:extLst>
          </p:cNvPr>
          <p:cNvCxnSpPr/>
          <p:nvPr>
            <p:custDataLst>
              <p:tags r:id="rId15"/>
            </p:custDataLst>
          </p:nvPr>
        </p:nvCxnSpPr>
        <p:spPr bwMode="gray">
          <a:xfrm>
            <a:off x="1585913" y="2554288"/>
            <a:ext cx="231775"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7D688958-0B42-7DDF-E66E-92E5304922AE}"/>
              </a:ext>
            </a:extLst>
          </p:cNvPr>
          <p:cNvCxnSpPr/>
          <p:nvPr>
            <p:custDataLst>
              <p:tags r:id="rId16"/>
            </p:custDataLst>
          </p:nvPr>
        </p:nvCxnSpPr>
        <p:spPr bwMode="gray">
          <a:xfrm>
            <a:off x="1585913" y="2840038"/>
            <a:ext cx="231775" cy="0"/>
          </a:xfrm>
          <a:prstGeom prst="line">
            <a:avLst/>
          </a:prstGeom>
          <a:ln w="19050" cap="rnd" cmpd="sng" algn="ctr">
            <a:solidFill>
              <a:schemeClr val="accent3"/>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正方形/長方形 4">
            <a:extLst>
              <a:ext uri="{FF2B5EF4-FFF2-40B4-BE49-F238E27FC236}">
                <a16:creationId xmlns:a16="http://schemas.microsoft.com/office/drawing/2014/main" id="{B6545C05-840A-7A10-ACE0-E4B5DCB36671}"/>
              </a:ext>
            </a:extLst>
          </p:cNvPr>
          <p:cNvSpPr/>
          <p:nvPr>
            <p:custDataLst>
              <p:tags r:id="rId17"/>
            </p:custDataLst>
          </p:nvPr>
        </p:nvSpPr>
        <p:spPr bwMode="auto">
          <a:xfrm>
            <a:off x="1878012" y="2154238"/>
            <a:ext cx="20637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A96DFF83-B5B0-4CE4-9456-660A767FB8E4}" type="datetime'''完全''''''''''予見（''''k''''Wh/''''''k''''''W・''年''）'''''''">
              <a:rPr lang="ja-JP" altLang="en-US" sz="1400" smtClean="0">
                <a:solidFill>
                  <a:schemeClr val="tx1"/>
                </a:solidFill>
              </a:rPr>
              <a:pPr/>
              <a:t>完全予見（kWh/kW・年）</a:t>
            </a:fld>
            <a:endParaRPr kumimoji="1" lang="ja-JP" altLang="en-US" sz="1400" dirty="0">
              <a:solidFill>
                <a:schemeClr val="tx1"/>
              </a:solidFill>
            </a:endParaRPr>
          </a:p>
        </p:txBody>
      </p:sp>
      <p:sp>
        <p:nvSpPr>
          <p:cNvPr id="7" name="正方形/長方形 6">
            <a:extLst>
              <a:ext uri="{FF2B5EF4-FFF2-40B4-BE49-F238E27FC236}">
                <a16:creationId xmlns:a16="http://schemas.microsoft.com/office/drawing/2014/main" id="{761FC6ED-2A94-1996-3029-E112923EC0E8}"/>
              </a:ext>
            </a:extLst>
          </p:cNvPr>
          <p:cNvSpPr/>
          <p:nvPr>
            <p:custDataLst>
              <p:tags r:id="rId18"/>
            </p:custDataLst>
          </p:nvPr>
        </p:nvSpPr>
        <p:spPr bwMode="auto">
          <a:xfrm>
            <a:off x="1878013" y="2439988"/>
            <a:ext cx="2233613"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1ECCE410-7EFB-4276-B2A7-8ECD292303C3}" type="datetime'''''a.'''' 前''''''日''価格（''''''''kWh''/k''''W''''・''年''''''）'''">
              <a:rPr lang="ja-JP" altLang="en-US" sz="1400" smtClean="0">
                <a:solidFill>
                  <a:schemeClr val="tx1"/>
                </a:solidFill>
              </a:rPr>
              <a:pPr/>
              <a:t>a. 前日価格（kWh/kW・年）</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E3E3978F-AC09-4369-BE26-C67935CDE49C}"/>
              </a:ext>
            </a:extLst>
          </p:cNvPr>
          <p:cNvSpPr/>
          <p:nvPr>
            <p:custDataLst>
              <p:tags r:id="rId19"/>
            </p:custDataLst>
          </p:nvPr>
        </p:nvSpPr>
        <p:spPr bwMode="auto">
          <a:xfrm>
            <a:off x="1878012" y="2725738"/>
            <a:ext cx="22415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5550012F-7B7C-4D57-95DA-64ACB9B410B7}" type="datetime'b. ''''''''''前日''予測（k''''''''W''''''h''''''/''''k''W・年）'''''">
              <a:rPr lang="ja-JP" altLang="en-US" sz="1400" smtClean="0">
                <a:solidFill>
                  <a:schemeClr val="tx1"/>
                </a:solidFill>
              </a:rPr>
              <a:pPr/>
              <a:t>b. 前日予測（kWh/kW・年）</a:t>
            </a:fld>
            <a:endParaRPr kumimoji="1" lang="ja-JP" altLang="en-US" sz="1400" dirty="0">
              <a:solidFill>
                <a:schemeClr val="tx1"/>
              </a:solidFill>
            </a:endParaRPr>
          </a:p>
        </p:txBody>
      </p:sp>
      <p:sp>
        <p:nvSpPr>
          <p:cNvPr id="29" name="テキスト ボックス 28">
            <a:extLst>
              <a:ext uri="{FF2B5EF4-FFF2-40B4-BE49-F238E27FC236}">
                <a16:creationId xmlns:a16="http://schemas.microsoft.com/office/drawing/2014/main" id="{DCAC7DE3-63F6-ED24-7FB2-69BC246532D6}"/>
              </a:ext>
            </a:extLst>
          </p:cNvPr>
          <p:cNvSpPr txBox="1"/>
          <p:nvPr/>
        </p:nvSpPr>
        <p:spPr>
          <a:xfrm>
            <a:off x="7908923" y="2389188"/>
            <a:ext cx="4283077" cy="2031325"/>
          </a:xfrm>
          <a:prstGeom prst="rect">
            <a:avLst/>
          </a:prstGeom>
          <a:noFill/>
        </p:spPr>
        <p:txBody>
          <a:bodyPr wrap="square">
            <a:spAutoFit/>
          </a:bodyPr>
          <a:lstStyle/>
          <a:p>
            <a:pPr marL="285750" indent="-285750">
              <a:buFont typeface="Arial" panose="020B0604020202020204" pitchFamily="34" charset="0"/>
              <a:buChar char="•"/>
            </a:pPr>
            <a:r>
              <a:rPr lang="en-US" altLang="ja-JP" dirty="0"/>
              <a:t>FY2022</a:t>
            </a:r>
            <a:r>
              <a:rPr lang="ja-JP" altLang="en-US" dirty="0"/>
              <a:t>の突出は水準効果が大きいが、それでもなお突出（マイナス価格がないので正の方向にのみ引き延ばされている？）</a:t>
            </a:r>
            <a:endParaRPr lang="en-US" altLang="ja-JP" dirty="0"/>
          </a:p>
          <a:p>
            <a:pPr marL="285750" indent="-285750">
              <a:buFont typeface="Arial" panose="020B0604020202020204" pitchFamily="34" charset="0"/>
              <a:buChar char="•"/>
            </a:pPr>
            <a:r>
              <a:rPr lang="ja-JP" altLang="en-US" dirty="0"/>
              <a:t>一方で</a:t>
            </a:r>
            <a:r>
              <a:rPr lang="en-US" altLang="ja-JP" dirty="0"/>
              <a:t>FY23</a:t>
            </a:r>
            <a:r>
              <a:rPr lang="ja-JP" altLang="en-US" dirty="0"/>
              <a:t>以降のスプレッド減少はベース価格水準のみでは説明不可能</a:t>
            </a:r>
            <a:endParaRPr lang="en-US" altLang="ja-JP" dirty="0"/>
          </a:p>
          <a:p>
            <a:pPr marL="285750" indent="-285750">
              <a:buFont typeface="Arial" panose="020B0604020202020204" pitchFamily="34" charset="0"/>
              <a:buChar char="•"/>
            </a:pPr>
            <a:endParaRPr lang="ja-JP" altLang="en-US" dirty="0"/>
          </a:p>
        </p:txBody>
      </p:sp>
    </p:spTree>
    <p:extLst>
      <p:ext uri="{BB962C8B-B14F-4D97-AF65-F5344CB8AC3E}">
        <p14:creationId xmlns:p14="http://schemas.microsoft.com/office/powerpoint/2010/main" val="240404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8E4EB239-06CA-4660-B1B1-56FB6CF5FA43}"/>
              </a:ext>
            </a:extLst>
          </p:cNvPr>
          <p:cNvGraphicFramePr>
            <a:graphicFrameLocks/>
          </p:cNvGraphicFramePr>
          <p:nvPr>
            <p:custDataLst>
              <p:tags r:id="rId1"/>
            </p:custDataLst>
            <p:extLst>
              <p:ext uri="{D42A27DB-BD31-4B8C-83A1-F6EECF244321}">
                <p14:modId xmlns:p14="http://schemas.microsoft.com/office/powerpoint/2010/main" val="2423683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9" imgW="404" imgH="405" progId="TCLayout.ActiveDocument.1">
                  <p:embed/>
                </p:oleObj>
              </mc:Choice>
              <mc:Fallback>
                <p:oleObj name="think-cellスライド" r:id="rId69" imgW="404" imgH="405" progId="TCLayout.ActiveDocument.1">
                  <p:embed/>
                  <p:pic>
                    <p:nvPicPr>
                      <p:cNvPr id="0" name=""/>
                      <p:cNvPicPr/>
                      <p:nvPr/>
                    </p:nvPicPr>
                    <p:blipFill>
                      <a:blip r:embed="rId70"/>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96662618-27AB-DB93-A3E1-776FDC87FF60}"/>
              </a:ext>
            </a:extLst>
          </p:cNvPr>
          <p:cNvSpPr>
            <a:spLocks noGrp="1"/>
          </p:cNvSpPr>
          <p:nvPr>
            <p:ph idx="1"/>
          </p:nvPr>
        </p:nvSpPr>
        <p:spPr/>
        <p:txBody>
          <a:bodyPr/>
          <a:lstStyle/>
          <a:p>
            <a:r>
              <a:rPr lang="ja-JP" altLang="en-US" b="1" dirty="0"/>
              <a:t>スプレッド縮小の要因解明（供給内訳）</a:t>
            </a:r>
          </a:p>
          <a:p>
            <a:endParaRPr kumimoji="1" lang="ja-JP" altLang="en-US" dirty="0"/>
          </a:p>
        </p:txBody>
      </p:sp>
      <p:sp>
        <p:nvSpPr>
          <p:cNvPr id="3" name="スライド番号プレースホルダー 2">
            <a:extLst>
              <a:ext uri="{FF2B5EF4-FFF2-40B4-BE49-F238E27FC236}">
                <a16:creationId xmlns:a16="http://schemas.microsoft.com/office/drawing/2014/main" id="{088A6AAC-3407-882C-2C1C-C941BE634D5D}"/>
              </a:ext>
            </a:extLst>
          </p:cNvPr>
          <p:cNvSpPr>
            <a:spLocks noGrp="1"/>
          </p:cNvSpPr>
          <p:nvPr>
            <p:ph type="sldNum" sz="quarter" idx="12"/>
          </p:nvPr>
        </p:nvSpPr>
        <p:spPr/>
        <p:txBody>
          <a:bodyPr/>
          <a:lstStyle/>
          <a:p>
            <a:fld id="{3B09FD7E-EA79-4AC9-B47C-47EE1A48B026}" type="slidenum">
              <a:rPr kumimoji="1" lang="ja-JP" altLang="en-US" smtClean="0"/>
              <a:t>10</a:t>
            </a:fld>
            <a:endParaRPr kumimoji="1" lang="ja-JP" altLang="en-US"/>
          </a:p>
        </p:txBody>
      </p:sp>
      <p:sp>
        <p:nvSpPr>
          <p:cNvPr id="4" name="タイトル 3">
            <a:extLst>
              <a:ext uri="{FF2B5EF4-FFF2-40B4-BE49-F238E27FC236}">
                <a16:creationId xmlns:a16="http://schemas.microsoft.com/office/drawing/2014/main" id="{64AB7E06-04AF-19A7-DBF3-44F89CF6B669}"/>
              </a:ext>
            </a:extLst>
          </p:cNvPr>
          <p:cNvSpPr>
            <a:spLocks noGrp="1"/>
          </p:cNvSpPr>
          <p:nvPr>
            <p:ph type="title"/>
          </p:nvPr>
        </p:nvSpPr>
        <p:spPr/>
        <p:txBody>
          <a:bodyPr/>
          <a:lstStyle/>
          <a:p>
            <a:endParaRPr kumimoji="1" lang="ja-JP" altLang="en-US"/>
          </a:p>
        </p:txBody>
      </p:sp>
      <p:graphicFrame>
        <p:nvGraphicFramePr>
          <p:cNvPr id="482" name="Chart 3">
            <a:extLst>
              <a:ext uri="{FF2B5EF4-FFF2-40B4-BE49-F238E27FC236}">
                <a16:creationId xmlns:a16="http://schemas.microsoft.com/office/drawing/2014/main" id="{6DA21057-555D-237B-4682-39D78547CCB4}"/>
              </a:ext>
            </a:extLst>
          </p:cNvPr>
          <p:cNvGraphicFramePr/>
          <p:nvPr>
            <p:custDataLst>
              <p:tags r:id="rId2"/>
            </p:custDataLst>
            <p:extLst>
              <p:ext uri="{D42A27DB-BD31-4B8C-83A1-F6EECF244321}">
                <p14:modId xmlns:p14="http://schemas.microsoft.com/office/powerpoint/2010/main" val="1441773526"/>
              </p:ext>
            </p:extLst>
          </p:nvPr>
        </p:nvGraphicFramePr>
        <p:xfrm>
          <a:off x="220663" y="1628775"/>
          <a:ext cx="9952037" cy="4903788"/>
        </p:xfrm>
        <a:graphic>
          <a:graphicData uri="http://schemas.openxmlformats.org/drawingml/2006/chart">
            <c:chart xmlns:c="http://schemas.openxmlformats.org/drawingml/2006/chart" xmlns:r="http://schemas.openxmlformats.org/officeDocument/2006/relationships" r:id="rId71"/>
          </a:graphicData>
        </a:graphic>
      </p:graphicFrame>
      <p:cxnSp>
        <p:nvCxnSpPr>
          <p:cNvPr id="249" name="直線コネクタ 248">
            <a:extLst>
              <a:ext uri="{FF2B5EF4-FFF2-40B4-BE49-F238E27FC236}">
                <a16:creationId xmlns:a16="http://schemas.microsoft.com/office/drawing/2014/main" id="{FF304517-BD1F-7C05-D037-070128E41BA1}"/>
              </a:ext>
            </a:extLst>
          </p:cNvPr>
          <p:cNvCxnSpPr>
            <a:cxnSpLocks/>
          </p:cNvCxnSpPr>
          <p:nvPr>
            <p:custDataLst>
              <p:tags r:id="rId3"/>
            </p:custDataLst>
          </p:nvPr>
        </p:nvCxnSpPr>
        <p:spPr bwMode="auto">
          <a:xfrm flipH="1">
            <a:off x="1306513" y="5372100"/>
            <a:ext cx="85725"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0" name="直線コネクタ 269">
            <a:extLst>
              <a:ext uri="{FF2B5EF4-FFF2-40B4-BE49-F238E27FC236}">
                <a16:creationId xmlns:a16="http://schemas.microsoft.com/office/drawing/2014/main" id="{A8685B97-6989-F6CC-6E5F-F80F467513F6}"/>
              </a:ext>
            </a:extLst>
          </p:cNvPr>
          <p:cNvCxnSpPr>
            <a:cxnSpLocks/>
          </p:cNvCxnSpPr>
          <p:nvPr>
            <p:custDataLst>
              <p:tags r:id="rId4"/>
            </p:custDataLst>
          </p:nvPr>
        </p:nvCxnSpPr>
        <p:spPr bwMode="auto">
          <a:xfrm flipH="1">
            <a:off x="5057775" y="6157913"/>
            <a:ext cx="85725" cy="1016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6" name="直線コネクタ 245">
            <a:extLst>
              <a:ext uri="{FF2B5EF4-FFF2-40B4-BE49-F238E27FC236}">
                <a16:creationId xmlns:a16="http://schemas.microsoft.com/office/drawing/2014/main" id="{931DAF95-BCFC-B3BB-D5A1-945086A76548}"/>
              </a:ext>
            </a:extLst>
          </p:cNvPr>
          <p:cNvCxnSpPr>
            <a:cxnSpLocks/>
          </p:cNvCxnSpPr>
          <p:nvPr>
            <p:custDataLst>
              <p:tags r:id="rId5"/>
            </p:custDataLst>
          </p:nvPr>
        </p:nvCxnSpPr>
        <p:spPr bwMode="auto">
          <a:xfrm flipH="1">
            <a:off x="1306513" y="6157913"/>
            <a:ext cx="85725" cy="103188"/>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6" name="直線コネクタ 275">
            <a:extLst>
              <a:ext uri="{FF2B5EF4-FFF2-40B4-BE49-F238E27FC236}">
                <a16:creationId xmlns:a16="http://schemas.microsoft.com/office/drawing/2014/main" id="{7DFAE1AA-A971-DCF8-903D-31115D3C9BFD}"/>
              </a:ext>
            </a:extLst>
          </p:cNvPr>
          <p:cNvCxnSpPr>
            <a:cxnSpLocks/>
          </p:cNvCxnSpPr>
          <p:nvPr>
            <p:custDataLst>
              <p:tags r:id="rId6"/>
            </p:custDataLst>
          </p:nvPr>
        </p:nvCxnSpPr>
        <p:spPr bwMode="auto">
          <a:xfrm flipH="1">
            <a:off x="5995988" y="6157913"/>
            <a:ext cx="85725" cy="1047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直線コネクタ 254">
            <a:extLst>
              <a:ext uri="{FF2B5EF4-FFF2-40B4-BE49-F238E27FC236}">
                <a16:creationId xmlns:a16="http://schemas.microsoft.com/office/drawing/2014/main" id="{22A3FB65-4A03-EA16-87B2-8F859A88A99C}"/>
              </a:ext>
            </a:extLst>
          </p:cNvPr>
          <p:cNvCxnSpPr>
            <a:cxnSpLocks/>
          </p:cNvCxnSpPr>
          <p:nvPr>
            <p:custDataLst>
              <p:tags r:id="rId7"/>
            </p:custDataLst>
          </p:nvPr>
        </p:nvCxnSpPr>
        <p:spPr bwMode="auto">
          <a:xfrm flipH="1">
            <a:off x="2244725" y="5154613"/>
            <a:ext cx="85725"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4" name="直線コネクタ 263">
            <a:extLst>
              <a:ext uri="{FF2B5EF4-FFF2-40B4-BE49-F238E27FC236}">
                <a16:creationId xmlns:a16="http://schemas.microsoft.com/office/drawing/2014/main" id="{367F521F-162D-6D20-0779-D34D940291CE}"/>
              </a:ext>
            </a:extLst>
          </p:cNvPr>
          <p:cNvCxnSpPr>
            <a:cxnSpLocks/>
          </p:cNvCxnSpPr>
          <p:nvPr>
            <p:custDataLst>
              <p:tags r:id="rId8"/>
            </p:custDataLst>
          </p:nvPr>
        </p:nvCxnSpPr>
        <p:spPr bwMode="auto">
          <a:xfrm flipH="1">
            <a:off x="4119563" y="6157913"/>
            <a:ext cx="85725" cy="1016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直線コネクタ 251">
            <a:extLst>
              <a:ext uri="{FF2B5EF4-FFF2-40B4-BE49-F238E27FC236}">
                <a16:creationId xmlns:a16="http://schemas.microsoft.com/office/drawing/2014/main" id="{9D4523CF-9297-FF31-66C7-D1CEDB2B1A82}"/>
              </a:ext>
            </a:extLst>
          </p:cNvPr>
          <p:cNvCxnSpPr>
            <a:cxnSpLocks/>
          </p:cNvCxnSpPr>
          <p:nvPr>
            <p:custDataLst>
              <p:tags r:id="rId9"/>
            </p:custDataLst>
          </p:nvPr>
        </p:nvCxnSpPr>
        <p:spPr bwMode="auto">
          <a:xfrm flipH="1">
            <a:off x="2244725" y="6157913"/>
            <a:ext cx="85725" cy="1047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1" name="直線コネクタ 280">
            <a:extLst>
              <a:ext uri="{FF2B5EF4-FFF2-40B4-BE49-F238E27FC236}">
                <a16:creationId xmlns:a16="http://schemas.microsoft.com/office/drawing/2014/main" id="{B1EDE7A1-A3E8-34A3-D6A4-FE8B1BC57D13}"/>
              </a:ext>
            </a:extLst>
          </p:cNvPr>
          <p:cNvCxnSpPr>
            <a:cxnSpLocks/>
          </p:cNvCxnSpPr>
          <p:nvPr>
            <p:custDataLst>
              <p:tags r:id="rId10"/>
            </p:custDataLst>
          </p:nvPr>
        </p:nvCxnSpPr>
        <p:spPr bwMode="auto">
          <a:xfrm flipH="1">
            <a:off x="5995988" y="4525963"/>
            <a:ext cx="85725"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1" name="直線コネクタ 260">
            <a:extLst>
              <a:ext uri="{FF2B5EF4-FFF2-40B4-BE49-F238E27FC236}">
                <a16:creationId xmlns:a16="http://schemas.microsoft.com/office/drawing/2014/main" id="{6A98A2DE-2AC7-6093-4FDB-6413237F92F8}"/>
              </a:ext>
            </a:extLst>
          </p:cNvPr>
          <p:cNvCxnSpPr>
            <a:cxnSpLocks/>
          </p:cNvCxnSpPr>
          <p:nvPr>
            <p:custDataLst>
              <p:tags r:id="rId11"/>
            </p:custDataLst>
          </p:nvPr>
        </p:nvCxnSpPr>
        <p:spPr bwMode="auto">
          <a:xfrm flipH="1">
            <a:off x="3182938" y="5038725"/>
            <a:ext cx="84138"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2" name="直線コネクタ 281">
            <a:extLst>
              <a:ext uri="{FF2B5EF4-FFF2-40B4-BE49-F238E27FC236}">
                <a16:creationId xmlns:a16="http://schemas.microsoft.com/office/drawing/2014/main" id="{8F5A5BAA-65AE-C3D0-61D0-479D00CFB907}"/>
              </a:ext>
            </a:extLst>
          </p:cNvPr>
          <p:cNvCxnSpPr>
            <a:cxnSpLocks/>
          </p:cNvCxnSpPr>
          <p:nvPr>
            <p:custDataLst>
              <p:tags r:id="rId12"/>
            </p:custDataLst>
          </p:nvPr>
        </p:nvCxnSpPr>
        <p:spPr bwMode="auto">
          <a:xfrm flipH="1">
            <a:off x="6934200" y="6157913"/>
            <a:ext cx="85725" cy="10636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8" name="直線コネクタ 257">
            <a:extLst>
              <a:ext uri="{FF2B5EF4-FFF2-40B4-BE49-F238E27FC236}">
                <a16:creationId xmlns:a16="http://schemas.microsoft.com/office/drawing/2014/main" id="{EFD04666-F778-F651-C496-9C268D726210}"/>
              </a:ext>
            </a:extLst>
          </p:cNvPr>
          <p:cNvCxnSpPr>
            <a:cxnSpLocks/>
          </p:cNvCxnSpPr>
          <p:nvPr>
            <p:custDataLst>
              <p:tags r:id="rId13"/>
            </p:custDataLst>
          </p:nvPr>
        </p:nvCxnSpPr>
        <p:spPr bwMode="auto">
          <a:xfrm flipH="1">
            <a:off x="3182938" y="6157913"/>
            <a:ext cx="84138" cy="1016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8" name="直線コネクタ 287">
            <a:extLst>
              <a:ext uri="{FF2B5EF4-FFF2-40B4-BE49-F238E27FC236}">
                <a16:creationId xmlns:a16="http://schemas.microsoft.com/office/drawing/2014/main" id="{56E76C96-5516-90E9-BD9E-62A36F0DD4FE}"/>
              </a:ext>
            </a:extLst>
          </p:cNvPr>
          <p:cNvCxnSpPr>
            <a:cxnSpLocks/>
          </p:cNvCxnSpPr>
          <p:nvPr>
            <p:custDataLst>
              <p:tags r:id="rId14"/>
            </p:custDataLst>
          </p:nvPr>
        </p:nvCxnSpPr>
        <p:spPr bwMode="auto">
          <a:xfrm flipH="1">
            <a:off x="7872413" y="6157913"/>
            <a:ext cx="84138" cy="1047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8" name="直線コネクタ 367">
            <a:extLst>
              <a:ext uri="{FF2B5EF4-FFF2-40B4-BE49-F238E27FC236}">
                <a16:creationId xmlns:a16="http://schemas.microsoft.com/office/drawing/2014/main" id="{667AD9AB-E6AA-88D8-F1F3-48D13B8CA1D3}"/>
              </a:ext>
            </a:extLst>
          </p:cNvPr>
          <p:cNvCxnSpPr>
            <a:cxnSpLocks/>
          </p:cNvCxnSpPr>
          <p:nvPr>
            <p:custDataLst>
              <p:tags r:id="rId15"/>
            </p:custDataLst>
          </p:nvPr>
        </p:nvCxnSpPr>
        <p:spPr bwMode="auto">
          <a:xfrm flipH="1">
            <a:off x="8809038" y="6157913"/>
            <a:ext cx="85725" cy="10636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5DA0835E-4154-EA99-3D54-E5134BA916A0}"/>
              </a:ext>
            </a:extLst>
          </p:cNvPr>
          <p:cNvCxnSpPr/>
          <p:nvPr>
            <p:custDataLst>
              <p:tags r:id="rId16"/>
            </p:custDataLst>
          </p:nvPr>
        </p:nvCxnSpPr>
        <p:spPr bwMode="auto">
          <a:xfrm flipH="1">
            <a:off x="9747250" y="6157913"/>
            <a:ext cx="85725" cy="1047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1" name="直線コネクタ 480">
            <a:extLst>
              <a:ext uri="{FF2B5EF4-FFF2-40B4-BE49-F238E27FC236}">
                <a16:creationId xmlns:a16="http://schemas.microsoft.com/office/drawing/2014/main" id="{9DF24161-A4DF-68C9-4110-4FFCFC5F74CF}"/>
              </a:ext>
            </a:extLst>
          </p:cNvPr>
          <p:cNvCxnSpPr/>
          <p:nvPr>
            <p:custDataLst>
              <p:tags r:id="rId17"/>
            </p:custDataLst>
          </p:nvPr>
        </p:nvCxnSpPr>
        <p:spPr bwMode="auto">
          <a:xfrm flipH="1">
            <a:off x="6934200" y="4368800"/>
            <a:ext cx="85725"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正方形/長方形 8">
            <a:extLst>
              <a:ext uri="{FF2B5EF4-FFF2-40B4-BE49-F238E27FC236}">
                <a16:creationId xmlns:a16="http://schemas.microsoft.com/office/drawing/2014/main" id="{EC121FF8-1466-7D01-5319-B8BBFCB8355C}"/>
              </a:ext>
            </a:extLst>
          </p:cNvPr>
          <p:cNvSpPr/>
          <p:nvPr>
            <p:custDataLst>
              <p:tags r:id="rId18"/>
            </p:custDataLst>
          </p:nvPr>
        </p:nvSpPr>
        <p:spPr bwMode="auto">
          <a:xfrm>
            <a:off x="275431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D15D213A-2616-46A3-901C-F94899E02C8F}" type="datetime'''''''F''''''Y''2''01''''''''''''8'''''''''''''''''''''''''''">
              <a:rPr lang="ja-JP" altLang="en-US" sz="1200" smtClean="0">
                <a:solidFill>
                  <a:schemeClr val="tx1"/>
                </a:solidFill>
              </a:rPr>
              <a:pPr algn="ctr">
                <a:lnSpc>
                  <a:spcPct val="110000"/>
                </a:lnSpc>
                <a:spcBef>
                  <a:spcPct val="0"/>
                </a:spcBef>
                <a:spcAft>
                  <a:spcPct val="0"/>
                </a:spcAft>
              </a:pPr>
              <a:t>FY2018</a:t>
            </a:fld>
            <a:endParaRPr kumimoji="1" lang="ja-JP" altLang="en-US" sz="1200" dirty="0">
              <a:solidFill>
                <a:schemeClr val="tx1"/>
              </a:solidFill>
            </a:endParaRPr>
          </a:p>
        </p:txBody>
      </p:sp>
      <p:sp>
        <p:nvSpPr>
          <p:cNvPr id="383" name="正方形/長方形 382">
            <a:extLst>
              <a:ext uri="{FF2B5EF4-FFF2-40B4-BE49-F238E27FC236}">
                <a16:creationId xmlns:a16="http://schemas.microsoft.com/office/drawing/2014/main" id="{232849F8-71C1-BDA5-FC81-CE1FDAF7A351}"/>
              </a:ext>
            </a:extLst>
          </p:cNvPr>
          <p:cNvSpPr/>
          <p:nvPr>
            <p:custDataLst>
              <p:tags r:id="rId19"/>
            </p:custDataLst>
          </p:nvPr>
        </p:nvSpPr>
        <p:spPr bwMode="gray">
          <a:xfrm>
            <a:off x="3767138" y="6161088"/>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747AB6F0-037B-4170-9432-6E973A271FE4}" type="datetime'''0''''.''''''''''''0''7'''''''''''''''''''''''''''''">
              <a:rPr lang="ja-JP" altLang="en-US" sz="1200" smtClean="0">
                <a:solidFill>
                  <a:schemeClr val="tx1"/>
                </a:solidFill>
                <a:effectLst/>
              </a:rPr>
              <a:pPr algn="ctr">
                <a:lnSpc>
                  <a:spcPct val="90000"/>
                </a:lnSpc>
                <a:spcBef>
                  <a:spcPct val="0"/>
                </a:spcBef>
                <a:spcAft>
                  <a:spcPct val="0"/>
                </a:spcAft>
              </a:pPr>
              <a:t>0.07</a:t>
            </a:fld>
            <a:endParaRPr kumimoji="1" lang="ja-JP" altLang="en-US" sz="1200" dirty="0">
              <a:solidFill>
                <a:schemeClr val="tx1"/>
              </a:solidFill>
            </a:endParaRPr>
          </a:p>
        </p:txBody>
      </p:sp>
      <p:sp>
        <p:nvSpPr>
          <p:cNvPr id="21" name="正方形/長方形 20">
            <a:extLst>
              <a:ext uri="{FF2B5EF4-FFF2-40B4-BE49-F238E27FC236}">
                <a16:creationId xmlns:a16="http://schemas.microsoft.com/office/drawing/2014/main" id="{4F6F00C5-01E8-F8AD-D640-5E98B1A20C72}"/>
              </a:ext>
            </a:extLst>
          </p:cNvPr>
          <p:cNvSpPr/>
          <p:nvPr>
            <p:custDataLst>
              <p:tags r:id="rId20"/>
            </p:custDataLst>
          </p:nvPr>
        </p:nvSpPr>
        <p:spPr bwMode="auto">
          <a:xfrm>
            <a:off x="369093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677F8A69-19CE-4734-BB8D-22814BAAC543}" type="datetime'''''F''''Y''''''''''''''''''''20''1''''''''9'''''''''''''">
              <a:rPr lang="ja-JP" altLang="en-US" sz="1200" smtClean="0">
                <a:solidFill>
                  <a:schemeClr val="tx1"/>
                </a:solidFill>
              </a:rPr>
              <a:pPr algn="ctr">
                <a:lnSpc>
                  <a:spcPct val="110000"/>
                </a:lnSpc>
                <a:spcBef>
                  <a:spcPct val="0"/>
                </a:spcBef>
                <a:spcAft>
                  <a:spcPct val="0"/>
                </a:spcAft>
              </a:pPr>
              <a:t>FY2019</a:t>
            </a:fld>
            <a:endParaRPr kumimoji="1" lang="ja-JP" altLang="en-US" sz="1200" dirty="0">
              <a:solidFill>
                <a:schemeClr val="tx1"/>
              </a:solidFill>
            </a:endParaRPr>
          </a:p>
        </p:txBody>
      </p:sp>
      <p:sp>
        <p:nvSpPr>
          <p:cNvPr id="384" name="正方形/長方形 383">
            <a:extLst>
              <a:ext uri="{FF2B5EF4-FFF2-40B4-BE49-F238E27FC236}">
                <a16:creationId xmlns:a16="http://schemas.microsoft.com/office/drawing/2014/main" id="{31AFB85F-27DE-0483-8488-F841FA38E7B7}"/>
              </a:ext>
            </a:extLst>
          </p:cNvPr>
          <p:cNvSpPr/>
          <p:nvPr>
            <p:custDataLst>
              <p:tags r:id="rId21"/>
            </p:custDataLst>
          </p:nvPr>
        </p:nvSpPr>
        <p:spPr bwMode="gray">
          <a:xfrm>
            <a:off x="4705350" y="6159500"/>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5791E265-1758-4322-A684-5FE8A6D8CD96}" type="datetime'''''''''''''''''''''''''''0''''.0''8'''''''">
              <a:rPr lang="ja-JP" altLang="en-US" sz="1200" smtClean="0">
                <a:solidFill>
                  <a:schemeClr val="tx1"/>
                </a:solidFill>
                <a:effectLst/>
              </a:rPr>
              <a:pPr algn="ctr">
                <a:lnSpc>
                  <a:spcPct val="90000"/>
                </a:lnSpc>
                <a:spcBef>
                  <a:spcPct val="0"/>
                </a:spcBef>
                <a:spcAft>
                  <a:spcPct val="0"/>
                </a:spcAft>
              </a:pPr>
              <a:t>0.08</a:t>
            </a:fld>
            <a:endParaRPr kumimoji="1" lang="ja-JP" altLang="en-US" sz="1200" dirty="0">
              <a:solidFill>
                <a:schemeClr val="tx1"/>
              </a:solidFill>
            </a:endParaRPr>
          </a:p>
        </p:txBody>
      </p:sp>
      <p:sp>
        <p:nvSpPr>
          <p:cNvPr id="22" name="正方形/長方形 21">
            <a:extLst>
              <a:ext uri="{FF2B5EF4-FFF2-40B4-BE49-F238E27FC236}">
                <a16:creationId xmlns:a16="http://schemas.microsoft.com/office/drawing/2014/main" id="{0768393C-FA74-BA35-8B7E-30D959B11298}"/>
              </a:ext>
            </a:extLst>
          </p:cNvPr>
          <p:cNvSpPr/>
          <p:nvPr>
            <p:custDataLst>
              <p:tags r:id="rId22"/>
            </p:custDataLst>
          </p:nvPr>
        </p:nvSpPr>
        <p:spPr bwMode="auto">
          <a:xfrm>
            <a:off x="4629150"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8822840-5C65-4EEE-9CBE-DA911BB1A02A}" type="datetime'''F''Y''''''''''''''''''2''0''''''''''''2''''''''''''0'''''''">
              <a:rPr lang="ja-JP" altLang="en-US" sz="1200" smtClean="0">
                <a:solidFill>
                  <a:schemeClr val="tx1"/>
                </a:solidFill>
              </a:rPr>
              <a:pPr algn="ctr">
                <a:lnSpc>
                  <a:spcPct val="110000"/>
                </a:lnSpc>
                <a:spcBef>
                  <a:spcPct val="0"/>
                </a:spcBef>
                <a:spcAft>
                  <a:spcPct val="0"/>
                </a:spcAft>
              </a:pPr>
              <a:t>FY2020</a:t>
            </a:fld>
            <a:endParaRPr kumimoji="1" lang="ja-JP" altLang="en-US" sz="1200" dirty="0">
              <a:solidFill>
                <a:schemeClr val="tx1"/>
              </a:solidFill>
            </a:endParaRPr>
          </a:p>
        </p:txBody>
      </p:sp>
      <p:sp>
        <p:nvSpPr>
          <p:cNvPr id="385" name="正方形/長方形 384">
            <a:extLst>
              <a:ext uri="{FF2B5EF4-FFF2-40B4-BE49-F238E27FC236}">
                <a16:creationId xmlns:a16="http://schemas.microsoft.com/office/drawing/2014/main" id="{2A0CDA89-7F38-7AD0-2343-4813F2486FE0}"/>
              </a:ext>
            </a:extLst>
          </p:cNvPr>
          <p:cNvSpPr/>
          <p:nvPr>
            <p:custDataLst>
              <p:tags r:id="rId23"/>
            </p:custDataLst>
          </p:nvPr>
        </p:nvSpPr>
        <p:spPr bwMode="gray">
          <a:xfrm>
            <a:off x="5643563" y="6162675"/>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75A3B2CC-3A73-4915-8649-69A07717E708}" type="datetime'''''''0''''''''''''''''''''''''''''''''''''''''''.''''0''''9'">
              <a:rPr lang="ja-JP" altLang="en-US" sz="1200" smtClean="0">
                <a:solidFill>
                  <a:schemeClr val="tx1"/>
                </a:solidFill>
                <a:effectLst/>
              </a:rPr>
              <a:pPr algn="ctr">
                <a:lnSpc>
                  <a:spcPct val="90000"/>
                </a:lnSpc>
                <a:spcBef>
                  <a:spcPct val="0"/>
                </a:spcBef>
                <a:spcAft>
                  <a:spcPct val="0"/>
                </a:spcAft>
              </a:pPr>
              <a:t>0.09</a:t>
            </a:fld>
            <a:endParaRPr kumimoji="1" lang="ja-JP" altLang="en-US" sz="1200" dirty="0">
              <a:solidFill>
                <a:schemeClr val="tx1"/>
              </a:solidFill>
            </a:endParaRPr>
          </a:p>
        </p:txBody>
      </p:sp>
      <p:sp>
        <p:nvSpPr>
          <p:cNvPr id="23" name="正方形/長方形 22">
            <a:extLst>
              <a:ext uri="{FF2B5EF4-FFF2-40B4-BE49-F238E27FC236}">
                <a16:creationId xmlns:a16="http://schemas.microsoft.com/office/drawing/2014/main" id="{A46B4989-5178-6EEA-FE19-9D15080D10BA}"/>
              </a:ext>
            </a:extLst>
          </p:cNvPr>
          <p:cNvSpPr/>
          <p:nvPr>
            <p:custDataLst>
              <p:tags r:id="rId24"/>
            </p:custDataLst>
          </p:nvPr>
        </p:nvSpPr>
        <p:spPr bwMode="auto">
          <a:xfrm>
            <a:off x="556736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CE6C0A3F-2FA1-40BC-B1B9-FD2DAA1EE32C}" type="datetime'''''''F''''''Y20''''''''''''''''''''''2''''''''''''''''''''1'">
              <a:rPr lang="ja-JP" altLang="en-US" sz="1200" smtClean="0">
                <a:solidFill>
                  <a:schemeClr val="tx1"/>
                </a:solidFill>
              </a:rPr>
              <a:pPr algn="ctr">
                <a:lnSpc>
                  <a:spcPct val="110000"/>
                </a:lnSpc>
                <a:spcBef>
                  <a:spcPct val="0"/>
                </a:spcBef>
                <a:spcAft>
                  <a:spcPct val="0"/>
                </a:spcAft>
              </a:pPr>
              <a:t>FY2021</a:t>
            </a:fld>
            <a:endParaRPr kumimoji="1" lang="ja-JP" altLang="en-US" sz="1200" dirty="0">
              <a:solidFill>
                <a:schemeClr val="tx1"/>
              </a:solidFill>
            </a:endParaRPr>
          </a:p>
        </p:txBody>
      </p:sp>
      <p:sp>
        <p:nvSpPr>
          <p:cNvPr id="386" name="正方形/長方形 385">
            <a:extLst>
              <a:ext uri="{FF2B5EF4-FFF2-40B4-BE49-F238E27FC236}">
                <a16:creationId xmlns:a16="http://schemas.microsoft.com/office/drawing/2014/main" id="{0CD03BBA-5732-EDFD-A730-53CD49689A79}"/>
              </a:ext>
            </a:extLst>
          </p:cNvPr>
          <p:cNvSpPr/>
          <p:nvPr>
            <p:custDataLst>
              <p:tags r:id="rId25"/>
            </p:custDataLst>
          </p:nvPr>
        </p:nvSpPr>
        <p:spPr bwMode="gray">
          <a:xfrm>
            <a:off x="6581775" y="6169025"/>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96767BB3-F1D9-4F95-8D21-0F98BF9AD4AE}" type="datetime'''0''''''.''''''''''''''''0''''''''8'">
              <a:rPr lang="ja-JP" altLang="en-US" sz="1200" smtClean="0">
                <a:solidFill>
                  <a:schemeClr val="tx1"/>
                </a:solidFill>
                <a:effectLst/>
              </a:rPr>
              <a:pPr algn="ctr">
                <a:lnSpc>
                  <a:spcPct val="90000"/>
                </a:lnSpc>
                <a:spcBef>
                  <a:spcPct val="0"/>
                </a:spcBef>
                <a:spcAft>
                  <a:spcPct val="0"/>
                </a:spcAft>
              </a:pPr>
              <a:t>0.08</a:t>
            </a:fld>
            <a:endParaRPr kumimoji="1" lang="ja-JP" altLang="en-US" sz="1200" dirty="0">
              <a:solidFill>
                <a:schemeClr val="tx1"/>
              </a:solidFill>
            </a:endParaRPr>
          </a:p>
        </p:txBody>
      </p:sp>
      <p:sp>
        <p:nvSpPr>
          <p:cNvPr id="24" name="正方形/長方形 23">
            <a:extLst>
              <a:ext uri="{FF2B5EF4-FFF2-40B4-BE49-F238E27FC236}">
                <a16:creationId xmlns:a16="http://schemas.microsoft.com/office/drawing/2014/main" id="{479F1FDA-4AA8-713A-E4F7-2217A4C6251A}"/>
              </a:ext>
            </a:extLst>
          </p:cNvPr>
          <p:cNvSpPr/>
          <p:nvPr>
            <p:custDataLst>
              <p:tags r:id="rId26"/>
            </p:custDataLst>
          </p:nvPr>
        </p:nvSpPr>
        <p:spPr bwMode="auto">
          <a:xfrm>
            <a:off x="6505575"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DB424140-436F-4FA1-BFFE-645B926A80B5}" type="datetime'''F''''''''''''''''Y''2''''''''''''''''''''''022'''''">
              <a:rPr lang="ja-JP" altLang="en-US" sz="1200" smtClean="0">
                <a:solidFill>
                  <a:schemeClr val="tx1"/>
                </a:solidFill>
              </a:rPr>
              <a:pPr algn="ctr">
                <a:lnSpc>
                  <a:spcPct val="110000"/>
                </a:lnSpc>
                <a:spcBef>
                  <a:spcPct val="0"/>
                </a:spcBef>
                <a:spcAft>
                  <a:spcPct val="0"/>
                </a:spcAft>
              </a:pPr>
              <a:t>FY2022</a:t>
            </a:fld>
            <a:endParaRPr kumimoji="1" lang="ja-JP" altLang="en-US" sz="1200" dirty="0">
              <a:solidFill>
                <a:schemeClr val="tx1"/>
              </a:solidFill>
            </a:endParaRPr>
          </a:p>
        </p:txBody>
      </p:sp>
      <p:sp>
        <p:nvSpPr>
          <p:cNvPr id="387" name="正方形/長方形 386">
            <a:extLst>
              <a:ext uri="{FF2B5EF4-FFF2-40B4-BE49-F238E27FC236}">
                <a16:creationId xmlns:a16="http://schemas.microsoft.com/office/drawing/2014/main" id="{2D1D3934-7451-AD13-D0C2-CC95A26CC8A2}"/>
              </a:ext>
            </a:extLst>
          </p:cNvPr>
          <p:cNvSpPr/>
          <p:nvPr>
            <p:custDataLst>
              <p:tags r:id="rId27"/>
            </p:custDataLst>
          </p:nvPr>
        </p:nvSpPr>
        <p:spPr bwMode="gray">
          <a:xfrm>
            <a:off x="7519988" y="6164263"/>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36EAE306-1EB5-4A54-BB25-C7B6EA930442}" type="datetime'''''''''''0''''''''''''''.''''''''''''''0''''8'''''''''">
              <a:rPr lang="ja-JP" altLang="en-US" sz="1200" smtClean="0">
                <a:solidFill>
                  <a:schemeClr val="tx1"/>
                </a:solidFill>
                <a:effectLst/>
              </a:rPr>
              <a:pPr algn="ctr">
                <a:lnSpc>
                  <a:spcPct val="90000"/>
                </a:lnSpc>
                <a:spcBef>
                  <a:spcPct val="0"/>
                </a:spcBef>
                <a:spcAft>
                  <a:spcPct val="0"/>
                </a:spcAft>
              </a:pPr>
              <a:t>0.08</a:t>
            </a:fld>
            <a:endParaRPr kumimoji="1" lang="ja-JP" altLang="en-US" sz="1200" dirty="0">
              <a:solidFill>
                <a:schemeClr val="tx1"/>
              </a:solidFill>
            </a:endParaRPr>
          </a:p>
        </p:txBody>
      </p:sp>
      <p:sp>
        <p:nvSpPr>
          <p:cNvPr id="379" name="正方形/長方形 378">
            <a:extLst>
              <a:ext uri="{FF2B5EF4-FFF2-40B4-BE49-F238E27FC236}">
                <a16:creationId xmlns:a16="http://schemas.microsoft.com/office/drawing/2014/main" id="{F736F3F6-4FB7-06C9-922B-A108D37B9336}"/>
              </a:ext>
            </a:extLst>
          </p:cNvPr>
          <p:cNvSpPr/>
          <p:nvPr>
            <p:custDataLst>
              <p:tags r:id="rId28"/>
            </p:custDataLst>
          </p:nvPr>
        </p:nvSpPr>
        <p:spPr bwMode="gray">
          <a:xfrm>
            <a:off x="954088" y="6165850"/>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79CD1DBA-8D4A-49F9-9B43-1D6B1A76FE4F}" type="datetime'''''''''''''''''0.''''0''''6'''''''''''''''''''''''''">
              <a:rPr lang="ja-JP" altLang="en-US" sz="1200" smtClean="0">
                <a:solidFill>
                  <a:schemeClr val="tx1"/>
                </a:solidFill>
                <a:effectLst/>
              </a:rPr>
              <a:pPr algn="ctr">
                <a:lnSpc>
                  <a:spcPct val="90000"/>
                </a:lnSpc>
                <a:spcBef>
                  <a:spcPct val="0"/>
                </a:spcBef>
                <a:spcAft>
                  <a:spcPct val="0"/>
                </a:spcAft>
              </a:pPr>
              <a:t>0.06</a:t>
            </a:fld>
            <a:endParaRPr kumimoji="1" lang="ja-JP" altLang="en-US" sz="1200" dirty="0">
              <a:solidFill>
                <a:schemeClr val="tx1"/>
              </a:solidFill>
            </a:endParaRPr>
          </a:p>
        </p:txBody>
      </p:sp>
      <p:sp>
        <p:nvSpPr>
          <p:cNvPr id="25" name="正方形/長方形 24">
            <a:extLst>
              <a:ext uri="{FF2B5EF4-FFF2-40B4-BE49-F238E27FC236}">
                <a16:creationId xmlns:a16="http://schemas.microsoft.com/office/drawing/2014/main" id="{8DA7D9FB-888D-04C1-AE82-6B050C2E721E}"/>
              </a:ext>
            </a:extLst>
          </p:cNvPr>
          <p:cNvSpPr/>
          <p:nvPr>
            <p:custDataLst>
              <p:tags r:id="rId29"/>
            </p:custDataLst>
          </p:nvPr>
        </p:nvSpPr>
        <p:spPr bwMode="auto">
          <a:xfrm>
            <a:off x="744378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0A72156-152D-4DA6-810B-5599E5A37E74}" type="datetime'''''''''''''F''''''''''''Y''''2''0''''''2''3'''''">
              <a:rPr lang="ja-JP" altLang="en-US" sz="1200" smtClean="0">
                <a:solidFill>
                  <a:schemeClr val="tx1"/>
                </a:solidFill>
              </a:rPr>
              <a:pPr algn="ctr">
                <a:lnSpc>
                  <a:spcPct val="110000"/>
                </a:lnSpc>
                <a:spcBef>
                  <a:spcPct val="0"/>
                </a:spcBef>
                <a:spcAft>
                  <a:spcPct val="0"/>
                </a:spcAft>
              </a:pPr>
              <a:t>FY2023</a:t>
            </a:fld>
            <a:endParaRPr kumimoji="1" lang="ja-JP" altLang="en-US" sz="1200" dirty="0">
              <a:solidFill>
                <a:schemeClr val="tx1"/>
              </a:solidFill>
            </a:endParaRPr>
          </a:p>
        </p:txBody>
      </p:sp>
      <p:sp>
        <p:nvSpPr>
          <p:cNvPr id="388" name="正方形/長方形 387">
            <a:extLst>
              <a:ext uri="{FF2B5EF4-FFF2-40B4-BE49-F238E27FC236}">
                <a16:creationId xmlns:a16="http://schemas.microsoft.com/office/drawing/2014/main" id="{536C833B-2C77-C677-6E25-A305EFACD4C5}"/>
              </a:ext>
            </a:extLst>
          </p:cNvPr>
          <p:cNvSpPr/>
          <p:nvPr>
            <p:custDataLst>
              <p:tags r:id="rId30"/>
            </p:custDataLst>
          </p:nvPr>
        </p:nvSpPr>
        <p:spPr bwMode="gray">
          <a:xfrm>
            <a:off x="8456613" y="6165850"/>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3C0349A6-AB07-4C38-A7E0-DB046457C450}" type="datetime'''''''''''''''0''''''''''''''.0''''9'''''''''''''''''''">
              <a:rPr lang="ja-JP" altLang="en-US" sz="1200" smtClean="0">
                <a:solidFill>
                  <a:schemeClr val="tx1"/>
                </a:solidFill>
                <a:effectLst/>
              </a:rPr>
              <a:pPr algn="ctr">
                <a:lnSpc>
                  <a:spcPct val="90000"/>
                </a:lnSpc>
                <a:spcBef>
                  <a:spcPct val="0"/>
                </a:spcBef>
                <a:spcAft>
                  <a:spcPct val="0"/>
                </a:spcAft>
              </a:pPr>
              <a:t>0.09</a:t>
            </a:fld>
            <a:endParaRPr kumimoji="1" lang="ja-JP" altLang="en-US" sz="1200" dirty="0">
              <a:solidFill>
                <a:schemeClr val="tx1"/>
              </a:solidFill>
            </a:endParaRPr>
          </a:p>
        </p:txBody>
      </p:sp>
      <p:sp>
        <p:nvSpPr>
          <p:cNvPr id="6" name="正方形/長方形 5">
            <a:extLst>
              <a:ext uri="{FF2B5EF4-FFF2-40B4-BE49-F238E27FC236}">
                <a16:creationId xmlns:a16="http://schemas.microsoft.com/office/drawing/2014/main" id="{672A8153-4F05-4847-207D-74522042F6BE}"/>
              </a:ext>
            </a:extLst>
          </p:cNvPr>
          <p:cNvSpPr/>
          <p:nvPr>
            <p:custDataLst>
              <p:tags r:id="rId31"/>
            </p:custDataLst>
          </p:nvPr>
        </p:nvSpPr>
        <p:spPr bwMode="auto">
          <a:xfrm>
            <a:off x="87788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11F9F52-B0D7-41E6-95BC-6EDA79FD9D7B}" type="datetime'''''''F''''''''''''''''Y''''''20''1''''6'''''''''''''">
              <a:rPr lang="ja-JP" altLang="en-US" sz="1200" smtClean="0">
                <a:solidFill>
                  <a:schemeClr val="tx1"/>
                </a:solidFill>
              </a:rPr>
              <a:pPr algn="ctr">
                <a:lnSpc>
                  <a:spcPct val="110000"/>
                </a:lnSpc>
                <a:spcBef>
                  <a:spcPct val="0"/>
                </a:spcBef>
                <a:spcAft>
                  <a:spcPct val="0"/>
                </a:spcAft>
              </a:pPr>
              <a:t>FY2016</a:t>
            </a:fld>
            <a:endParaRPr kumimoji="1" lang="ja-JP" altLang="en-US" sz="1200" dirty="0">
              <a:solidFill>
                <a:schemeClr val="tx1"/>
              </a:solidFill>
            </a:endParaRPr>
          </a:p>
        </p:txBody>
      </p:sp>
      <p:sp>
        <p:nvSpPr>
          <p:cNvPr id="26" name="正方形/長方形 25">
            <a:extLst>
              <a:ext uri="{FF2B5EF4-FFF2-40B4-BE49-F238E27FC236}">
                <a16:creationId xmlns:a16="http://schemas.microsoft.com/office/drawing/2014/main" id="{A6258EF7-0794-5A93-0015-718769D13E5B}"/>
              </a:ext>
            </a:extLst>
          </p:cNvPr>
          <p:cNvSpPr/>
          <p:nvPr>
            <p:custDataLst>
              <p:tags r:id="rId32"/>
            </p:custDataLst>
          </p:nvPr>
        </p:nvSpPr>
        <p:spPr bwMode="auto">
          <a:xfrm>
            <a:off x="838041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481AEB8-C2FA-4B9B-B5E5-122473E335F0}" type="datetime'''''''''''F''''Y''''2''''''''0''''24'''''''''''">
              <a:rPr lang="ja-JP" altLang="en-US" sz="1200" smtClean="0">
                <a:solidFill>
                  <a:schemeClr val="tx1"/>
                </a:solidFill>
              </a:rPr>
              <a:pPr algn="ctr">
                <a:lnSpc>
                  <a:spcPct val="110000"/>
                </a:lnSpc>
                <a:spcBef>
                  <a:spcPct val="0"/>
                </a:spcBef>
                <a:spcAft>
                  <a:spcPct val="0"/>
                </a:spcAft>
              </a:pPr>
              <a:t>FY2024</a:t>
            </a:fld>
            <a:endParaRPr kumimoji="1" lang="ja-JP" altLang="en-US" sz="1200" dirty="0">
              <a:solidFill>
                <a:schemeClr val="tx1"/>
              </a:solidFill>
            </a:endParaRPr>
          </a:p>
        </p:txBody>
      </p:sp>
      <p:sp>
        <p:nvSpPr>
          <p:cNvPr id="389" name="正方形/長方形 388">
            <a:extLst>
              <a:ext uri="{FF2B5EF4-FFF2-40B4-BE49-F238E27FC236}">
                <a16:creationId xmlns:a16="http://schemas.microsoft.com/office/drawing/2014/main" id="{8899BA60-E7AB-BB22-7676-AEFEC5FDEACF}"/>
              </a:ext>
            </a:extLst>
          </p:cNvPr>
          <p:cNvSpPr/>
          <p:nvPr>
            <p:custDataLst>
              <p:tags r:id="rId33"/>
            </p:custDataLst>
          </p:nvPr>
        </p:nvSpPr>
        <p:spPr bwMode="gray">
          <a:xfrm>
            <a:off x="9394825" y="4013200"/>
            <a:ext cx="315913" cy="16510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F5BF308A-4E5D-456D-96F5-5F038BDF463F}" type="datetime'0''.''''''''''''''''''''3''''''''''''''''''''''''6'''''">
              <a:rPr lang="ja-JP" altLang="en-US" sz="1200" smtClean="0">
                <a:solidFill>
                  <a:schemeClr val="tx1"/>
                </a:solidFill>
                <a:effectLst/>
              </a:rPr>
              <a:pPr algn="ctr">
                <a:lnSpc>
                  <a:spcPct val="90000"/>
                </a:lnSpc>
                <a:spcBef>
                  <a:spcPct val="0"/>
                </a:spcBef>
                <a:spcAft>
                  <a:spcPct val="0"/>
                </a:spcAft>
              </a:pPr>
              <a:t>0.36</a:t>
            </a:fld>
            <a:endParaRPr kumimoji="1" lang="ja-JP" altLang="en-US" sz="1200" dirty="0">
              <a:solidFill>
                <a:schemeClr val="tx1"/>
              </a:solidFill>
            </a:endParaRPr>
          </a:p>
        </p:txBody>
      </p:sp>
      <p:sp>
        <p:nvSpPr>
          <p:cNvPr id="390" name="正方形/長方形 389">
            <a:extLst>
              <a:ext uri="{FF2B5EF4-FFF2-40B4-BE49-F238E27FC236}">
                <a16:creationId xmlns:a16="http://schemas.microsoft.com/office/drawing/2014/main" id="{E93F25A8-2D4C-8031-09EF-CE2F4DB6381C}"/>
              </a:ext>
            </a:extLst>
          </p:cNvPr>
          <p:cNvSpPr/>
          <p:nvPr>
            <p:custDataLst>
              <p:tags r:id="rId34"/>
            </p:custDataLst>
          </p:nvPr>
        </p:nvSpPr>
        <p:spPr bwMode="gray">
          <a:xfrm>
            <a:off x="9394825" y="6159500"/>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E0EA701B-B19D-4826-BDCF-EA9EB40DD79D}" type="datetime'0''''''.''''''''''''''''''''1''''''''''''''1'''''''''''''''">
              <a:rPr lang="ja-JP" altLang="en-US" sz="1200" smtClean="0">
                <a:solidFill>
                  <a:schemeClr val="tx1"/>
                </a:solidFill>
                <a:effectLst/>
              </a:rPr>
              <a:pPr algn="ctr">
                <a:lnSpc>
                  <a:spcPct val="90000"/>
                </a:lnSpc>
                <a:spcBef>
                  <a:spcPct val="0"/>
                </a:spcBef>
                <a:spcAft>
                  <a:spcPct val="0"/>
                </a:spcAft>
              </a:pPr>
              <a:t>0.11</a:t>
            </a:fld>
            <a:endParaRPr kumimoji="1" lang="ja-JP" altLang="en-US" sz="1200" dirty="0">
              <a:solidFill>
                <a:schemeClr val="tx1"/>
              </a:solidFill>
            </a:endParaRPr>
          </a:p>
        </p:txBody>
      </p:sp>
      <p:sp>
        <p:nvSpPr>
          <p:cNvPr id="381" name="正方形/長方形 380">
            <a:extLst>
              <a:ext uri="{FF2B5EF4-FFF2-40B4-BE49-F238E27FC236}">
                <a16:creationId xmlns:a16="http://schemas.microsoft.com/office/drawing/2014/main" id="{30E9AEEE-61C2-3B8C-757A-2F3A424F6624}"/>
              </a:ext>
            </a:extLst>
          </p:cNvPr>
          <p:cNvSpPr/>
          <p:nvPr>
            <p:custDataLst>
              <p:tags r:id="rId35"/>
            </p:custDataLst>
          </p:nvPr>
        </p:nvSpPr>
        <p:spPr bwMode="gray">
          <a:xfrm>
            <a:off x="1892300" y="6167438"/>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8B1C24DD-5078-4CDA-8E1B-86AE5863E2E9}" type="datetime'0''''''''.0''''''6'''''''''''''''''">
              <a:rPr lang="ja-JP" altLang="en-US" sz="1200" smtClean="0">
                <a:solidFill>
                  <a:schemeClr val="tx1"/>
                </a:solidFill>
                <a:effectLst/>
              </a:rPr>
              <a:pPr algn="ctr">
                <a:lnSpc>
                  <a:spcPct val="90000"/>
                </a:lnSpc>
                <a:spcBef>
                  <a:spcPct val="0"/>
                </a:spcBef>
                <a:spcAft>
                  <a:spcPct val="0"/>
                </a:spcAft>
              </a:pPr>
              <a:t>0.06</a:t>
            </a:fld>
            <a:endParaRPr kumimoji="1" lang="ja-JP" altLang="en-US" sz="1200" dirty="0">
              <a:solidFill>
                <a:schemeClr val="tx1"/>
              </a:solidFill>
            </a:endParaRPr>
          </a:p>
        </p:txBody>
      </p:sp>
      <p:sp>
        <p:nvSpPr>
          <p:cNvPr id="27" name="正方形/長方形 26">
            <a:extLst>
              <a:ext uri="{FF2B5EF4-FFF2-40B4-BE49-F238E27FC236}">
                <a16:creationId xmlns:a16="http://schemas.microsoft.com/office/drawing/2014/main" id="{9B53F412-7C99-FD89-A5AD-8E157A7FC6D4}"/>
              </a:ext>
            </a:extLst>
          </p:cNvPr>
          <p:cNvSpPr/>
          <p:nvPr>
            <p:custDataLst>
              <p:tags r:id="rId36"/>
            </p:custDataLst>
          </p:nvPr>
        </p:nvSpPr>
        <p:spPr bwMode="auto">
          <a:xfrm>
            <a:off x="9318625"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15D343F3-83F7-4D4C-A271-4007B0B549D3}" type="datetime'''''''F''Y2''''0''''''''''''''''''''''''''''25'''''">
              <a:rPr lang="ja-JP" altLang="en-US" sz="1200" smtClean="0">
                <a:solidFill>
                  <a:schemeClr val="tx1"/>
                </a:solidFill>
              </a:rPr>
              <a:pPr algn="ctr">
                <a:lnSpc>
                  <a:spcPct val="110000"/>
                </a:lnSpc>
                <a:spcBef>
                  <a:spcPct val="0"/>
                </a:spcBef>
                <a:spcAft>
                  <a:spcPct val="0"/>
                </a:spcAft>
              </a:pPr>
              <a:t>FY2025</a:t>
            </a:fld>
            <a:endParaRPr kumimoji="1" lang="ja-JP" altLang="en-US" sz="1200" dirty="0">
              <a:solidFill>
                <a:schemeClr val="tx1"/>
              </a:solidFill>
            </a:endParaRPr>
          </a:p>
        </p:txBody>
      </p:sp>
      <p:sp>
        <p:nvSpPr>
          <p:cNvPr id="14" name="正方形/長方形 13">
            <a:extLst>
              <a:ext uri="{FF2B5EF4-FFF2-40B4-BE49-F238E27FC236}">
                <a16:creationId xmlns:a16="http://schemas.microsoft.com/office/drawing/2014/main" id="{26DD478F-D697-C4C1-29EF-525350880406}"/>
              </a:ext>
            </a:extLst>
          </p:cNvPr>
          <p:cNvSpPr/>
          <p:nvPr>
            <p:custDataLst>
              <p:tags r:id="rId37"/>
            </p:custDataLst>
          </p:nvPr>
        </p:nvSpPr>
        <p:spPr bwMode="gray">
          <a:xfrm>
            <a:off x="914400" y="2087563"/>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404A8227-6649-4D0D-984C-8323ED1FAF73}" type="datetime'''1''''''2''.''''''''''''''''''''''''''''''7''''''''''8'''''''">
              <a:rPr lang="ja-JP" altLang="en-US" sz="1200" smtClean="0">
                <a:solidFill>
                  <a:schemeClr val="tx1"/>
                </a:solidFill>
              </a:rPr>
              <a:pPr algn="ctr">
                <a:lnSpc>
                  <a:spcPct val="90000"/>
                </a:lnSpc>
                <a:spcBef>
                  <a:spcPct val="0"/>
                </a:spcBef>
                <a:spcAft>
                  <a:spcPct val="0"/>
                </a:spcAft>
              </a:pPr>
              <a:t>12.78</a:t>
            </a:fld>
            <a:endParaRPr kumimoji="1" lang="ja-JP" altLang="en-US" sz="1200" dirty="0">
              <a:solidFill>
                <a:schemeClr val="tx1"/>
              </a:solidFill>
            </a:endParaRPr>
          </a:p>
        </p:txBody>
      </p:sp>
      <p:sp>
        <p:nvSpPr>
          <p:cNvPr id="16" name="正方形/長方形 15">
            <a:extLst>
              <a:ext uri="{FF2B5EF4-FFF2-40B4-BE49-F238E27FC236}">
                <a16:creationId xmlns:a16="http://schemas.microsoft.com/office/drawing/2014/main" id="{0FE3A862-449C-7D36-4B90-4C40432C8C05}"/>
              </a:ext>
            </a:extLst>
          </p:cNvPr>
          <p:cNvSpPr/>
          <p:nvPr>
            <p:custDataLst>
              <p:tags r:id="rId38"/>
            </p:custDataLst>
          </p:nvPr>
        </p:nvSpPr>
        <p:spPr bwMode="gray">
          <a:xfrm>
            <a:off x="1852613" y="195897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5E9C778F-4348-4E32-AB25-80406F18E019}" type="datetime'''''''''''''''''''''''1''''3''''''''''''''''''''''.''19'''''">
              <a:rPr lang="ja-JP" altLang="en-US" sz="1200" smtClean="0">
                <a:solidFill>
                  <a:schemeClr val="tx1"/>
                </a:solidFill>
              </a:rPr>
              <a:pPr algn="ctr">
                <a:lnSpc>
                  <a:spcPct val="90000"/>
                </a:lnSpc>
                <a:spcBef>
                  <a:spcPct val="0"/>
                </a:spcBef>
                <a:spcAft>
                  <a:spcPct val="0"/>
                </a:spcAft>
              </a:pPr>
              <a:t>13.19</a:t>
            </a:fld>
            <a:endParaRPr kumimoji="1" lang="ja-JP" altLang="en-US" sz="1200" dirty="0">
              <a:solidFill>
                <a:schemeClr val="tx1"/>
              </a:solidFill>
            </a:endParaRPr>
          </a:p>
        </p:txBody>
      </p:sp>
      <p:sp>
        <p:nvSpPr>
          <p:cNvPr id="17" name="正方形/長方形 16">
            <a:extLst>
              <a:ext uri="{FF2B5EF4-FFF2-40B4-BE49-F238E27FC236}">
                <a16:creationId xmlns:a16="http://schemas.microsoft.com/office/drawing/2014/main" id="{246A7DB7-E781-B391-5A42-07E8B1FD8BE5}"/>
              </a:ext>
            </a:extLst>
          </p:cNvPr>
          <p:cNvSpPr/>
          <p:nvPr>
            <p:custDataLst>
              <p:tags r:id="rId39"/>
            </p:custDataLst>
          </p:nvPr>
        </p:nvSpPr>
        <p:spPr bwMode="gray">
          <a:xfrm>
            <a:off x="2790825" y="2063750"/>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91DDE981-E859-4782-BCB0-7921E4B8D5FF}" type="datetime'''''''''1''''''2''''''.8''''''''''''''5'''">
              <a:rPr lang="ja-JP" altLang="en-US" sz="1200" smtClean="0">
                <a:solidFill>
                  <a:schemeClr val="tx1"/>
                </a:solidFill>
              </a:rPr>
              <a:pPr algn="ctr">
                <a:lnSpc>
                  <a:spcPct val="90000"/>
                </a:lnSpc>
                <a:spcBef>
                  <a:spcPct val="0"/>
                </a:spcBef>
                <a:spcAft>
                  <a:spcPct val="0"/>
                </a:spcAft>
              </a:pPr>
              <a:t>12.85</a:t>
            </a:fld>
            <a:endParaRPr kumimoji="1" lang="ja-JP" altLang="en-US" sz="1200" dirty="0">
              <a:solidFill>
                <a:schemeClr val="tx1"/>
              </a:solidFill>
            </a:endParaRPr>
          </a:p>
        </p:txBody>
      </p:sp>
      <p:sp>
        <p:nvSpPr>
          <p:cNvPr id="8" name="正方形/長方形 7">
            <a:extLst>
              <a:ext uri="{FF2B5EF4-FFF2-40B4-BE49-F238E27FC236}">
                <a16:creationId xmlns:a16="http://schemas.microsoft.com/office/drawing/2014/main" id="{77A78F46-DBA2-8865-7366-415C17AF34AC}"/>
              </a:ext>
            </a:extLst>
          </p:cNvPr>
          <p:cNvSpPr/>
          <p:nvPr>
            <p:custDataLst>
              <p:tags r:id="rId40"/>
            </p:custDataLst>
          </p:nvPr>
        </p:nvSpPr>
        <p:spPr bwMode="auto">
          <a:xfrm>
            <a:off x="1816100"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A1DD6463-F50F-4502-AE75-C3CF35F81592}" type="datetime'''''''F''''''''Y''''''''''''''2''''''''''0''''1''''''''7'">
              <a:rPr lang="ja-JP" altLang="en-US" sz="1200" smtClean="0">
                <a:solidFill>
                  <a:schemeClr val="tx1"/>
                </a:solidFill>
              </a:rPr>
              <a:pPr algn="ctr">
                <a:lnSpc>
                  <a:spcPct val="110000"/>
                </a:lnSpc>
                <a:spcBef>
                  <a:spcPct val="0"/>
                </a:spcBef>
                <a:spcAft>
                  <a:spcPct val="0"/>
                </a:spcAft>
              </a:pPr>
              <a:t>FY2017</a:t>
            </a:fld>
            <a:endParaRPr kumimoji="1" lang="ja-JP" altLang="en-US" sz="1200" dirty="0">
              <a:solidFill>
                <a:schemeClr val="tx1"/>
              </a:solidFill>
            </a:endParaRPr>
          </a:p>
        </p:txBody>
      </p:sp>
      <p:sp>
        <p:nvSpPr>
          <p:cNvPr id="33" name="正方形/長方形 32">
            <a:extLst>
              <a:ext uri="{FF2B5EF4-FFF2-40B4-BE49-F238E27FC236}">
                <a16:creationId xmlns:a16="http://schemas.microsoft.com/office/drawing/2014/main" id="{BD3595C0-F3F3-F024-7EFD-F381FBA3B7A1}"/>
              </a:ext>
            </a:extLst>
          </p:cNvPr>
          <p:cNvSpPr/>
          <p:nvPr>
            <p:custDataLst>
              <p:tags r:id="rId41"/>
            </p:custDataLst>
          </p:nvPr>
        </p:nvSpPr>
        <p:spPr bwMode="gray">
          <a:xfrm>
            <a:off x="4665663" y="192563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D7063A64-4C0C-400C-99FF-5917F73BF400}" type="datetime'''''''''''''1''''''''3''''''.''''2''''''''''''9'''''''">
              <a:rPr lang="ja-JP" altLang="en-US" sz="1200" smtClean="0">
                <a:solidFill>
                  <a:schemeClr val="tx1"/>
                </a:solidFill>
              </a:rPr>
              <a:pPr algn="ctr">
                <a:lnSpc>
                  <a:spcPct val="90000"/>
                </a:lnSpc>
                <a:spcBef>
                  <a:spcPct val="0"/>
                </a:spcBef>
                <a:spcAft>
                  <a:spcPct val="0"/>
                </a:spcAft>
              </a:pPr>
              <a:t>13.29</a:t>
            </a:fld>
            <a:endParaRPr kumimoji="1" lang="ja-JP" altLang="en-US" sz="1200" dirty="0">
              <a:solidFill>
                <a:schemeClr val="tx1"/>
              </a:solidFill>
            </a:endParaRPr>
          </a:p>
        </p:txBody>
      </p:sp>
      <p:sp>
        <p:nvSpPr>
          <p:cNvPr id="34" name="正方形/長方形 33">
            <a:extLst>
              <a:ext uri="{FF2B5EF4-FFF2-40B4-BE49-F238E27FC236}">
                <a16:creationId xmlns:a16="http://schemas.microsoft.com/office/drawing/2014/main" id="{C1691928-B7AE-15D6-9099-C7FFAB977B91}"/>
              </a:ext>
            </a:extLst>
          </p:cNvPr>
          <p:cNvSpPr/>
          <p:nvPr>
            <p:custDataLst>
              <p:tags r:id="rId42"/>
            </p:custDataLst>
          </p:nvPr>
        </p:nvSpPr>
        <p:spPr bwMode="gray">
          <a:xfrm>
            <a:off x="5603875" y="181768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96CEB402-AC6F-46E4-96DD-FC4C3A5E798E}" type="datetime'''1''''''''''''''''''''''''''3''''''''''''''''''''''''.''64'''">
              <a:rPr lang="ja-JP" altLang="en-US" sz="1200" smtClean="0">
                <a:solidFill>
                  <a:schemeClr val="tx1"/>
                </a:solidFill>
              </a:rPr>
              <a:pPr algn="ctr">
                <a:lnSpc>
                  <a:spcPct val="90000"/>
                </a:lnSpc>
                <a:spcBef>
                  <a:spcPct val="0"/>
                </a:spcBef>
                <a:spcAft>
                  <a:spcPct val="0"/>
                </a:spcAft>
              </a:pPr>
              <a:t>13.64</a:t>
            </a:fld>
            <a:endParaRPr kumimoji="1" lang="ja-JP" altLang="en-US" sz="1200" dirty="0">
              <a:solidFill>
                <a:schemeClr val="tx1"/>
              </a:solidFill>
            </a:endParaRPr>
          </a:p>
        </p:txBody>
      </p:sp>
      <p:sp>
        <p:nvSpPr>
          <p:cNvPr id="35" name="正方形/長方形 34">
            <a:extLst>
              <a:ext uri="{FF2B5EF4-FFF2-40B4-BE49-F238E27FC236}">
                <a16:creationId xmlns:a16="http://schemas.microsoft.com/office/drawing/2014/main" id="{01C612C6-E0CB-C3ED-B4A0-18EC31E9D347}"/>
              </a:ext>
            </a:extLst>
          </p:cNvPr>
          <p:cNvSpPr/>
          <p:nvPr>
            <p:custDataLst>
              <p:tags r:id="rId43"/>
            </p:custDataLst>
          </p:nvPr>
        </p:nvSpPr>
        <p:spPr bwMode="gray">
          <a:xfrm>
            <a:off x="6542088" y="1809750"/>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FBF31991-DCA5-41AA-AE3E-4E955DF4ED12}" type="datetime'1''''''''3''.''''''''''''''''''''67'''''''''''''''''''''">
              <a:rPr lang="ja-JP" altLang="en-US" sz="1200" smtClean="0">
                <a:solidFill>
                  <a:schemeClr val="tx1"/>
                </a:solidFill>
              </a:rPr>
              <a:pPr algn="ctr">
                <a:lnSpc>
                  <a:spcPct val="90000"/>
                </a:lnSpc>
                <a:spcBef>
                  <a:spcPct val="0"/>
                </a:spcBef>
                <a:spcAft>
                  <a:spcPct val="0"/>
                </a:spcAft>
              </a:pPr>
              <a:t>13.67</a:t>
            </a:fld>
            <a:endParaRPr kumimoji="1" lang="ja-JP" altLang="en-US" sz="1200" dirty="0">
              <a:solidFill>
                <a:schemeClr val="tx1"/>
              </a:solidFill>
            </a:endParaRPr>
          </a:p>
        </p:txBody>
      </p:sp>
      <p:sp>
        <p:nvSpPr>
          <p:cNvPr id="36" name="正方形/長方形 35">
            <a:extLst>
              <a:ext uri="{FF2B5EF4-FFF2-40B4-BE49-F238E27FC236}">
                <a16:creationId xmlns:a16="http://schemas.microsoft.com/office/drawing/2014/main" id="{FC830626-F2BE-AD38-AA32-3BDA3BA38868}"/>
              </a:ext>
            </a:extLst>
          </p:cNvPr>
          <p:cNvSpPr/>
          <p:nvPr>
            <p:custDataLst>
              <p:tags r:id="rId44"/>
            </p:custDataLst>
          </p:nvPr>
        </p:nvSpPr>
        <p:spPr bwMode="gray">
          <a:xfrm>
            <a:off x="7480300" y="1752600"/>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DE4A61B1-5984-4A8E-AB33-C51A2FF61A08}" type="datetime'''''''''''''''''1''''''3''''''''''''.8''''''''''5'">
              <a:rPr lang="ja-JP" altLang="en-US" sz="1200" smtClean="0">
                <a:solidFill>
                  <a:schemeClr val="tx1"/>
                </a:solidFill>
              </a:rPr>
              <a:pPr algn="ctr">
                <a:lnSpc>
                  <a:spcPct val="90000"/>
                </a:lnSpc>
                <a:spcBef>
                  <a:spcPct val="0"/>
                </a:spcBef>
                <a:spcAft>
                  <a:spcPct val="0"/>
                </a:spcAft>
              </a:pPr>
              <a:t>13.85</a:t>
            </a:fld>
            <a:endParaRPr kumimoji="1" lang="ja-JP" altLang="en-US" sz="1200" dirty="0">
              <a:solidFill>
                <a:schemeClr val="tx1"/>
              </a:solidFill>
            </a:endParaRPr>
          </a:p>
        </p:txBody>
      </p:sp>
      <p:sp>
        <p:nvSpPr>
          <p:cNvPr id="37" name="正方形/長方形 36">
            <a:extLst>
              <a:ext uri="{FF2B5EF4-FFF2-40B4-BE49-F238E27FC236}">
                <a16:creationId xmlns:a16="http://schemas.microsoft.com/office/drawing/2014/main" id="{98078DA8-4FC8-EF7C-92F3-1F2DA4B13F49}"/>
              </a:ext>
            </a:extLst>
          </p:cNvPr>
          <p:cNvSpPr/>
          <p:nvPr>
            <p:custDataLst>
              <p:tags r:id="rId45"/>
            </p:custDataLst>
          </p:nvPr>
        </p:nvSpPr>
        <p:spPr bwMode="gray">
          <a:xfrm>
            <a:off x="8416925" y="174148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A5CFD9B1-C649-4382-9239-0D577D417982}" type="datetime'''1''''''''''''''''''''3''''''''''''''.''8''''''''''''''''8'">
              <a:rPr lang="ja-JP" altLang="en-US" sz="1200" smtClean="0">
                <a:solidFill>
                  <a:schemeClr val="tx1"/>
                </a:solidFill>
              </a:rPr>
              <a:pPr algn="ctr">
                <a:lnSpc>
                  <a:spcPct val="90000"/>
                </a:lnSpc>
                <a:spcBef>
                  <a:spcPct val="0"/>
                </a:spcBef>
                <a:spcAft>
                  <a:spcPct val="0"/>
                </a:spcAft>
              </a:pPr>
              <a:t>13.88</a:t>
            </a:fld>
            <a:endParaRPr kumimoji="1" lang="ja-JP" altLang="en-US" sz="1200" dirty="0">
              <a:solidFill>
                <a:schemeClr val="tx1"/>
              </a:solidFill>
            </a:endParaRPr>
          </a:p>
        </p:txBody>
      </p:sp>
      <p:sp>
        <p:nvSpPr>
          <p:cNvPr id="32" name="正方形/長方形 31">
            <a:extLst>
              <a:ext uri="{FF2B5EF4-FFF2-40B4-BE49-F238E27FC236}">
                <a16:creationId xmlns:a16="http://schemas.microsoft.com/office/drawing/2014/main" id="{7F6B91B4-0D63-20FD-78D4-0184A7E4C405}"/>
              </a:ext>
            </a:extLst>
          </p:cNvPr>
          <p:cNvSpPr/>
          <p:nvPr>
            <p:custDataLst>
              <p:tags r:id="rId46"/>
            </p:custDataLst>
          </p:nvPr>
        </p:nvSpPr>
        <p:spPr bwMode="gray">
          <a:xfrm>
            <a:off x="3727450" y="1936750"/>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1AF035BC-7116-4FAC-BD81-8F64A9CD3EB6}" type="datetime'''''''''''1''''''''''''''''''3''''.''''''''2''''''6'''''">
              <a:rPr lang="ja-JP" altLang="en-US" sz="1200" smtClean="0">
                <a:solidFill>
                  <a:schemeClr val="tx1"/>
                </a:solidFill>
              </a:rPr>
              <a:pPr algn="ctr">
                <a:lnSpc>
                  <a:spcPct val="90000"/>
                </a:lnSpc>
                <a:spcBef>
                  <a:spcPct val="0"/>
                </a:spcBef>
                <a:spcAft>
                  <a:spcPct val="0"/>
                </a:spcAft>
              </a:pPr>
              <a:t>13.26</a:t>
            </a:fld>
            <a:endParaRPr kumimoji="1" lang="ja-JP" altLang="en-US" sz="1200" dirty="0">
              <a:solidFill>
                <a:schemeClr val="tx1"/>
              </a:solidFill>
            </a:endParaRPr>
          </a:p>
        </p:txBody>
      </p:sp>
      <p:sp>
        <p:nvSpPr>
          <p:cNvPr id="476" name="正方形/長方形 475">
            <a:extLst>
              <a:ext uri="{FF2B5EF4-FFF2-40B4-BE49-F238E27FC236}">
                <a16:creationId xmlns:a16="http://schemas.microsoft.com/office/drawing/2014/main" id="{D2591563-590A-E1D7-C486-49F390A8AFA9}"/>
              </a:ext>
            </a:extLst>
          </p:cNvPr>
          <p:cNvSpPr/>
          <p:nvPr>
            <p:custDataLst>
              <p:tags r:id="rId47"/>
            </p:custDataLst>
          </p:nvPr>
        </p:nvSpPr>
        <p:spPr bwMode="auto">
          <a:xfrm>
            <a:off x="527050" y="1566863"/>
            <a:ext cx="231775"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noAutofit/>
          </a:bodyPr>
          <a:lstStyle/>
          <a:p>
            <a:pPr algn="ctr">
              <a:lnSpc>
                <a:spcPct val="110000"/>
              </a:lnSpc>
              <a:spcBef>
                <a:spcPct val="0"/>
              </a:spcBef>
              <a:spcAft>
                <a:spcPct val="0"/>
              </a:spcAft>
            </a:pPr>
            <a:r>
              <a:rPr lang="en-US" altLang="ja-JP" sz="1200" dirty="0">
                <a:solidFill>
                  <a:schemeClr val="tx1"/>
                </a:solidFill>
                <a:effectLst/>
              </a:rPr>
              <a:t>GW</a:t>
            </a:r>
            <a:endParaRPr kumimoji="1" lang="ja-JP" altLang="en-US" sz="1200" dirty="0">
              <a:solidFill>
                <a:schemeClr val="tx1"/>
              </a:solidFill>
            </a:endParaRPr>
          </a:p>
        </p:txBody>
      </p:sp>
      <p:sp>
        <p:nvSpPr>
          <p:cNvPr id="478" name="正方形/長方形 477">
            <a:extLst>
              <a:ext uri="{FF2B5EF4-FFF2-40B4-BE49-F238E27FC236}">
                <a16:creationId xmlns:a16="http://schemas.microsoft.com/office/drawing/2014/main" id="{066CCA88-9AEA-A9E9-AA12-4E7990B5314D}"/>
              </a:ext>
            </a:extLst>
          </p:cNvPr>
          <p:cNvSpPr/>
          <p:nvPr>
            <p:custDataLst>
              <p:tags r:id="rId48"/>
            </p:custDataLst>
          </p:nvPr>
        </p:nvSpPr>
        <p:spPr bwMode="gray">
          <a:xfrm>
            <a:off x="4705350" y="4414838"/>
            <a:ext cx="315913" cy="16510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DC15F472-3E3F-424D-9475-9D9F3F8A766F}" type="datetime'''''0''''''''.''''''''''''40'''''''''''''''''''''''''''''">
              <a:rPr lang="ja-JP" altLang="en-US" sz="1200" smtClean="0">
                <a:solidFill>
                  <a:schemeClr val="tx1"/>
                </a:solidFill>
                <a:effectLst/>
              </a:rPr>
              <a:pPr algn="ctr">
                <a:lnSpc>
                  <a:spcPct val="90000"/>
                </a:lnSpc>
                <a:spcBef>
                  <a:spcPct val="0"/>
                </a:spcBef>
                <a:spcAft>
                  <a:spcPct val="0"/>
                </a:spcAft>
              </a:pPr>
              <a:t>0.40</a:t>
            </a:fld>
            <a:endParaRPr kumimoji="1" lang="ja-JP" altLang="en-US" sz="1200" dirty="0">
              <a:solidFill>
                <a:schemeClr val="tx1"/>
              </a:solidFill>
            </a:endParaRPr>
          </a:p>
        </p:txBody>
      </p:sp>
      <p:sp>
        <p:nvSpPr>
          <p:cNvPr id="479" name="正方形/長方形 478">
            <a:extLst>
              <a:ext uri="{FF2B5EF4-FFF2-40B4-BE49-F238E27FC236}">
                <a16:creationId xmlns:a16="http://schemas.microsoft.com/office/drawing/2014/main" id="{DA7B75E0-6998-8E80-327A-7CF3683B162D}"/>
              </a:ext>
            </a:extLst>
          </p:cNvPr>
          <p:cNvSpPr/>
          <p:nvPr>
            <p:custDataLst>
              <p:tags r:id="rId49"/>
            </p:custDataLst>
          </p:nvPr>
        </p:nvSpPr>
        <p:spPr bwMode="gray">
          <a:xfrm>
            <a:off x="7019925" y="6075363"/>
            <a:ext cx="315913"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l">
              <a:lnSpc>
                <a:spcPct val="90000"/>
              </a:lnSpc>
              <a:spcBef>
                <a:spcPct val="0"/>
              </a:spcBef>
              <a:spcAft>
                <a:spcPct val="0"/>
              </a:spcAft>
            </a:pPr>
            <a:fld id="{3292F33A-96BA-485E-974E-139A98B98456}" type="datetime'''0''''''''''.0''''''''''''''''''''''''''''''''1'''''''''">
              <a:rPr lang="ja-JP" altLang="en-US" sz="1200" smtClean="0">
                <a:solidFill>
                  <a:schemeClr val="tx1"/>
                </a:solidFill>
                <a:effectLst/>
              </a:rPr>
              <a:pPr/>
              <a:t>0.01</a:t>
            </a:fld>
            <a:endParaRPr kumimoji="1" lang="ja-JP" altLang="en-US" sz="1200" dirty="0">
              <a:solidFill>
                <a:schemeClr val="tx1"/>
              </a:solidFill>
            </a:endParaRPr>
          </a:p>
        </p:txBody>
      </p:sp>
      <p:sp>
        <p:nvSpPr>
          <p:cNvPr id="480" name="正方形/長方形 479">
            <a:extLst>
              <a:ext uri="{FF2B5EF4-FFF2-40B4-BE49-F238E27FC236}">
                <a16:creationId xmlns:a16="http://schemas.microsoft.com/office/drawing/2014/main" id="{351AB03D-D714-C758-501A-5222268001D4}"/>
              </a:ext>
            </a:extLst>
          </p:cNvPr>
          <p:cNvSpPr/>
          <p:nvPr>
            <p:custDataLst>
              <p:tags r:id="rId50"/>
            </p:custDataLst>
          </p:nvPr>
        </p:nvSpPr>
        <p:spPr bwMode="gray">
          <a:xfrm>
            <a:off x="7519988" y="4197350"/>
            <a:ext cx="315913" cy="16510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386895F9-D7B7-42BA-B8DF-E7F3D5C9043B}" type="datetime'0''''''.''''''''''''''''''''''3''''''9'''''''''''''''">
              <a:rPr lang="ja-JP" altLang="en-US" sz="1200" smtClean="0">
                <a:solidFill>
                  <a:schemeClr val="tx1"/>
                </a:solidFill>
                <a:effectLst/>
              </a:rPr>
              <a:pPr algn="ctr">
                <a:lnSpc>
                  <a:spcPct val="90000"/>
                </a:lnSpc>
                <a:spcBef>
                  <a:spcPct val="0"/>
                </a:spcBef>
                <a:spcAft>
                  <a:spcPct val="0"/>
                </a:spcAft>
              </a:pPr>
              <a:t>0.39</a:t>
            </a:fld>
            <a:endParaRPr kumimoji="1" lang="ja-JP" altLang="en-US" sz="1200" dirty="0">
              <a:solidFill>
                <a:schemeClr val="tx1"/>
              </a:solidFill>
            </a:endParaRPr>
          </a:p>
        </p:txBody>
      </p:sp>
      <p:sp>
        <p:nvSpPr>
          <p:cNvPr id="382" name="正方形/長方形 381">
            <a:extLst>
              <a:ext uri="{FF2B5EF4-FFF2-40B4-BE49-F238E27FC236}">
                <a16:creationId xmlns:a16="http://schemas.microsoft.com/office/drawing/2014/main" id="{C99ABCE1-34CA-6BE5-15E1-60B5302CACBC}"/>
              </a:ext>
            </a:extLst>
          </p:cNvPr>
          <p:cNvSpPr/>
          <p:nvPr>
            <p:custDataLst>
              <p:tags r:id="rId51"/>
            </p:custDataLst>
          </p:nvPr>
        </p:nvSpPr>
        <p:spPr bwMode="gray">
          <a:xfrm>
            <a:off x="2830513" y="6162675"/>
            <a:ext cx="315913" cy="165100"/>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47EB3A3D-D145-4276-8E77-9654A624E7BC}" type="datetime'''''''0''''''''.0''''6'''''''''''''''''''''''''">
              <a:rPr lang="ja-JP" altLang="en-US" sz="1200" smtClean="0">
                <a:solidFill>
                  <a:schemeClr val="tx1"/>
                </a:solidFill>
                <a:effectLst/>
              </a:rPr>
              <a:pPr algn="ctr">
                <a:lnSpc>
                  <a:spcPct val="90000"/>
                </a:lnSpc>
                <a:spcBef>
                  <a:spcPct val="0"/>
                </a:spcBef>
                <a:spcAft>
                  <a:spcPct val="0"/>
                </a:spcAft>
              </a:pPr>
              <a:t>0.06</a:t>
            </a:fld>
            <a:endParaRPr kumimoji="1" lang="ja-JP" altLang="en-US" sz="1200" dirty="0">
              <a:solidFill>
                <a:schemeClr val="tx1"/>
              </a:solidFill>
            </a:endParaRPr>
          </a:p>
        </p:txBody>
      </p:sp>
      <p:sp>
        <p:nvSpPr>
          <p:cNvPr id="38" name="正方形/長方形 37">
            <a:extLst>
              <a:ext uri="{FF2B5EF4-FFF2-40B4-BE49-F238E27FC236}">
                <a16:creationId xmlns:a16="http://schemas.microsoft.com/office/drawing/2014/main" id="{6458DF82-C692-4DFC-C4A2-E6BB02E1F05A}"/>
              </a:ext>
            </a:extLst>
          </p:cNvPr>
          <p:cNvSpPr/>
          <p:nvPr>
            <p:custDataLst>
              <p:tags r:id="rId52"/>
            </p:custDataLst>
          </p:nvPr>
        </p:nvSpPr>
        <p:spPr bwMode="gray">
          <a:xfrm>
            <a:off x="9355138" y="1790700"/>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2D474151-A3EC-492E-BA7C-68E6803B7EEB}" type="datetime'''''1''''''''''3''''''''''''''.''''''''''7''''''''3'''''">
              <a:rPr lang="ja-JP" altLang="en-US" sz="1200" smtClean="0">
                <a:solidFill>
                  <a:schemeClr val="tx1"/>
                </a:solidFill>
              </a:rPr>
              <a:pPr algn="ctr">
                <a:lnSpc>
                  <a:spcPct val="90000"/>
                </a:lnSpc>
                <a:spcBef>
                  <a:spcPct val="0"/>
                </a:spcBef>
                <a:spcAft>
                  <a:spcPct val="0"/>
                </a:spcAft>
              </a:pPr>
              <a:t>13.73</a:t>
            </a:fld>
            <a:endParaRPr kumimoji="1" lang="ja-JP" altLang="en-US" sz="1200" dirty="0">
              <a:solidFill>
                <a:schemeClr val="tx1"/>
              </a:solidFill>
            </a:endParaRPr>
          </a:p>
        </p:txBody>
      </p:sp>
      <p:sp>
        <p:nvSpPr>
          <p:cNvPr id="301" name="正方形/長方形 300">
            <a:extLst>
              <a:ext uri="{FF2B5EF4-FFF2-40B4-BE49-F238E27FC236}">
                <a16:creationId xmlns:a16="http://schemas.microsoft.com/office/drawing/2014/main" id="{6949C56F-298B-A536-4751-B7BC1D994339}"/>
              </a:ext>
            </a:extLst>
          </p:cNvPr>
          <p:cNvSpPr/>
          <p:nvPr>
            <p:custDataLst>
              <p:tags r:id="rId53"/>
            </p:custDataLst>
          </p:nvPr>
        </p:nvSpPr>
        <p:spPr bwMode="auto">
          <a:xfrm>
            <a:off x="10093325" y="1587500"/>
            <a:ext cx="250825" cy="18732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2" name="正方形/長方形 301">
            <a:extLst>
              <a:ext uri="{FF2B5EF4-FFF2-40B4-BE49-F238E27FC236}">
                <a16:creationId xmlns:a16="http://schemas.microsoft.com/office/drawing/2014/main" id="{97428E8D-E13C-A466-D397-768C07257F93}"/>
              </a:ext>
            </a:extLst>
          </p:cNvPr>
          <p:cNvSpPr/>
          <p:nvPr>
            <p:custDataLst>
              <p:tags r:id="rId54"/>
            </p:custDataLst>
          </p:nvPr>
        </p:nvSpPr>
        <p:spPr bwMode="auto">
          <a:xfrm>
            <a:off x="10093325" y="1873250"/>
            <a:ext cx="250825" cy="187325"/>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3" name="正方形/長方形 302">
            <a:extLst>
              <a:ext uri="{FF2B5EF4-FFF2-40B4-BE49-F238E27FC236}">
                <a16:creationId xmlns:a16="http://schemas.microsoft.com/office/drawing/2014/main" id="{3D1939F6-E26F-62F5-38C7-06B4EFFDEDA3}"/>
              </a:ext>
            </a:extLst>
          </p:cNvPr>
          <p:cNvSpPr/>
          <p:nvPr>
            <p:custDataLst>
              <p:tags r:id="rId55"/>
            </p:custDataLst>
          </p:nvPr>
        </p:nvSpPr>
        <p:spPr bwMode="auto">
          <a:xfrm>
            <a:off x="10093325" y="2159000"/>
            <a:ext cx="250825" cy="187325"/>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4" name="正方形/長方形 303">
            <a:extLst>
              <a:ext uri="{FF2B5EF4-FFF2-40B4-BE49-F238E27FC236}">
                <a16:creationId xmlns:a16="http://schemas.microsoft.com/office/drawing/2014/main" id="{BAAA8800-BC61-D091-EEF7-28EA91FA796F}"/>
              </a:ext>
            </a:extLst>
          </p:cNvPr>
          <p:cNvSpPr/>
          <p:nvPr>
            <p:custDataLst>
              <p:tags r:id="rId56"/>
            </p:custDataLst>
          </p:nvPr>
        </p:nvSpPr>
        <p:spPr bwMode="auto">
          <a:xfrm>
            <a:off x="10093325" y="2444750"/>
            <a:ext cx="250825" cy="187325"/>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5" name="正方形/長方形 304">
            <a:extLst>
              <a:ext uri="{FF2B5EF4-FFF2-40B4-BE49-F238E27FC236}">
                <a16:creationId xmlns:a16="http://schemas.microsoft.com/office/drawing/2014/main" id="{D01087F3-B775-60E0-FD28-A76F20814EA8}"/>
              </a:ext>
            </a:extLst>
          </p:cNvPr>
          <p:cNvSpPr/>
          <p:nvPr>
            <p:custDataLst>
              <p:tags r:id="rId57"/>
            </p:custDataLst>
          </p:nvPr>
        </p:nvSpPr>
        <p:spPr bwMode="auto">
          <a:xfrm>
            <a:off x="10093325" y="2730500"/>
            <a:ext cx="250825" cy="187325"/>
          </a:xfrm>
          <a:prstGeom prst="rect">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6" name="正方形/長方形 305">
            <a:extLst>
              <a:ext uri="{FF2B5EF4-FFF2-40B4-BE49-F238E27FC236}">
                <a16:creationId xmlns:a16="http://schemas.microsoft.com/office/drawing/2014/main" id="{EDEDE573-225E-E0BB-3F24-E1D3C79CD033}"/>
              </a:ext>
            </a:extLst>
          </p:cNvPr>
          <p:cNvSpPr/>
          <p:nvPr>
            <p:custDataLst>
              <p:tags r:id="rId58"/>
            </p:custDataLst>
          </p:nvPr>
        </p:nvSpPr>
        <p:spPr bwMode="auto">
          <a:xfrm>
            <a:off x="10093325" y="3016250"/>
            <a:ext cx="250825" cy="187325"/>
          </a:xfrm>
          <a:prstGeom prst="rect">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7" name="正方形/長方形 306">
            <a:extLst>
              <a:ext uri="{FF2B5EF4-FFF2-40B4-BE49-F238E27FC236}">
                <a16:creationId xmlns:a16="http://schemas.microsoft.com/office/drawing/2014/main" id="{D24AF6DD-B4B1-A66F-EC76-EB7317FAF337}"/>
              </a:ext>
            </a:extLst>
          </p:cNvPr>
          <p:cNvSpPr/>
          <p:nvPr>
            <p:custDataLst>
              <p:tags r:id="rId59"/>
            </p:custDataLst>
          </p:nvPr>
        </p:nvSpPr>
        <p:spPr bwMode="auto">
          <a:xfrm>
            <a:off x="10093325" y="3302000"/>
            <a:ext cx="250825" cy="18732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10" name="正方形/長方形 9">
            <a:extLst>
              <a:ext uri="{FF2B5EF4-FFF2-40B4-BE49-F238E27FC236}">
                <a16:creationId xmlns:a16="http://schemas.microsoft.com/office/drawing/2014/main" id="{DA38E5CD-6E8E-CD5C-E1A9-90D5F98779C9}"/>
              </a:ext>
            </a:extLst>
          </p:cNvPr>
          <p:cNvSpPr/>
          <p:nvPr>
            <p:custDataLst>
              <p:tags r:id="rId60"/>
            </p:custDataLst>
          </p:nvPr>
        </p:nvSpPr>
        <p:spPr bwMode="auto">
          <a:xfrm>
            <a:off x="10394950" y="1566863"/>
            <a:ext cx="5334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805EA477-43FD-4AA3-AF6A-7D3DA424998A}" type="datetime'''原''''''''''''子''''''''''''''''力'''''">
              <a:rPr lang="ja-JP" altLang="en-US" sz="1400" smtClean="0">
                <a:solidFill>
                  <a:schemeClr val="tx1"/>
                </a:solidFill>
              </a:rPr>
              <a:pPr/>
              <a:t>原子力</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28D3A782-F3E3-B5FF-4F21-3A18C2231C5A}"/>
              </a:ext>
            </a:extLst>
          </p:cNvPr>
          <p:cNvSpPr/>
          <p:nvPr>
            <p:custDataLst>
              <p:tags r:id="rId61"/>
            </p:custDataLst>
          </p:nvPr>
        </p:nvSpPr>
        <p:spPr bwMode="auto">
          <a:xfrm>
            <a:off x="10394950" y="1852613"/>
            <a:ext cx="3556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01A1CA93-971A-46AA-ACAF-2CF194A9B0DB}" type="datetime'''''火''''力'''''''''''''''''''''''''''''''''">
              <a:rPr lang="ja-JP" altLang="en-US" sz="1400" smtClean="0">
                <a:solidFill>
                  <a:schemeClr val="tx1"/>
                </a:solidFill>
              </a:rPr>
              <a:pPr/>
              <a:t>火力</a:t>
            </a:fld>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0BDB2AD9-D051-1D05-88E3-920D1C453E55}"/>
              </a:ext>
            </a:extLst>
          </p:cNvPr>
          <p:cNvSpPr/>
          <p:nvPr>
            <p:custDataLst>
              <p:tags r:id="rId62"/>
            </p:custDataLst>
          </p:nvPr>
        </p:nvSpPr>
        <p:spPr bwMode="auto">
          <a:xfrm>
            <a:off x="10394950" y="2138363"/>
            <a:ext cx="7112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61BDA069-331B-483B-9FB1-362C6FB7ADB4}" type="datetime'一般''''''''''''水''力'''''''''''''''''''''''''''">
              <a:rPr lang="ja-JP" altLang="en-US" sz="1400" smtClean="0">
                <a:solidFill>
                  <a:schemeClr val="tx1"/>
                </a:solidFill>
              </a:rPr>
              <a:pPr/>
              <a:t>一般水力</a:t>
            </a:fld>
            <a:endParaRPr kumimoji="1" lang="ja-JP" altLang="en-US" sz="1400" dirty="0">
              <a:solidFill>
                <a:schemeClr val="tx1"/>
              </a:solidFill>
            </a:endParaRPr>
          </a:p>
        </p:txBody>
      </p:sp>
      <p:sp>
        <p:nvSpPr>
          <p:cNvPr id="28" name="正方形/長方形 27">
            <a:extLst>
              <a:ext uri="{FF2B5EF4-FFF2-40B4-BE49-F238E27FC236}">
                <a16:creationId xmlns:a16="http://schemas.microsoft.com/office/drawing/2014/main" id="{AA35708E-B6DC-B438-3A30-99F5A63761CA}"/>
              </a:ext>
            </a:extLst>
          </p:cNvPr>
          <p:cNvSpPr/>
          <p:nvPr>
            <p:custDataLst>
              <p:tags r:id="rId63"/>
            </p:custDataLst>
          </p:nvPr>
        </p:nvSpPr>
        <p:spPr bwMode="auto">
          <a:xfrm>
            <a:off x="10394950" y="2424113"/>
            <a:ext cx="14224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2AC2D1FA-F94C-45A7-8949-A241C3E427E9}" type="datetime'''''地''''''''''''''''熱''''''・''''''バ''''''''イオ''''マ''''''ス'">
              <a:rPr lang="ja-JP" altLang="en-US" sz="1400" smtClean="0">
                <a:solidFill>
                  <a:schemeClr val="tx1"/>
                </a:solidFill>
              </a:rPr>
              <a:pPr/>
              <a:t>地熱・バイオマス</a:t>
            </a:fld>
            <a:endParaRPr kumimoji="1" lang="ja-JP" altLang="en-US" sz="1400" dirty="0">
              <a:solidFill>
                <a:schemeClr val="tx1"/>
              </a:solidFill>
            </a:endParaRPr>
          </a:p>
        </p:txBody>
      </p:sp>
      <p:sp>
        <p:nvSpPr>
          <p:cNvPr id="29" name="正方形/長方形 28">
            <a:extLst>
              <a:ext uri="{FF2B5EF4-FFF2-40B4-BE49-F238E27FC236}">
                <a16:creationId xmlns:a16="http://schemas.microsoft.com/office/drawing/2014/main" id="{0D62BAF0-59B1-97E2-8704-8915FD38568F}"/>
              </a:ext>
            </a:extLst>
          </p:cNvPr>
          <p:cNvSpPr/>
          <p:nvPr>
            <p:custDataLst>
              <p:tags r:id="rId64"/>
            </p:custDataLst>
          </p:nvPr>
        </p:nvSpPr>
        <p:spPr bwMode="auto">
          <a:xfrm>
            <a:off x="10394950" y="2709863"/>
            <a:ext cx="14224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E3C21F72-3406-4816-BC6B-D926E51BAA28}" type="datetime'''太''''''''陽光''''（''''''''制''''''御''''''''''''前''''）'''''">
              <a:rPr lang="ja-JP" altLang="en-US" sz="1400" smtClean="0">
                <a:solidFill>
                  <a:schemeClr val="tx1"/>
                </a:solidFill>
              </a:rPr>
              <a:pPr/>
              <a:t>太陽光（制御前）</a:t>
            </a:fld>
            <a:endParaRPr kumimoji="1" lang="ja-JP" altLang="en-US" sz="1400" dirty="0">
              <a:solidFill>
                <a:schemeClr val="tx1"/>
              </a:solidFill>
            </a:endParaRPr>
          </a:p>
        </p:txBody>
      </p:sp>
      <p:sp>
        <p:nvSpPr>
          <p:cNvPr id="30" name="正方形/長方形 29">
            <a:extLst>
              <a:ext uri="{FF2B5EF4-FFF2-40B4-BE49-F238E27FC236}">
                <a16:creationId xmlns:a16="http://schemas.microsoft.com/office/drawing/2014/main" id="{305AC051-F725-2901-03B2-7EE8496C356C}"/>
              </a:ext>
            </a:extLst>
          </p:cNvPr>
          <p:cNvSpPr/>
          <p:nvPr>
            <p:custDataLst>
              <p:tags r:id="rId65"/>
            </p:custDataLst>
          </p:nvPr>
        </p:nvSpPr>
        <p:spPr bwMode="auto">
          <a:xfrm>
            <a:off x="10394950" y="2995613"/>
            <a:ext cx="12446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31137A7A-EA00-427F-AA07-30CFDA403D03}" type="datetime'''''''''''''''風''''''''力（制御''''''''''''''''''''''前''''）'''''">
              <a:rPr lang="ja-JP" altLang="en-US" sz="1400" smtClean="0">
                <a:solidFill>
                  <a:schemeClr val="tx1"/>
                </a:solidFill>
              </a:rPr>
              <a:pPr/>
              <a:t>風力（制御前）</a:t>
            </a:fld>
            <a:endParaRPr kumimoji="1" lang="ja-JP" altLang="en-US" sz="1400" dirty="0">
              <a:solidFill>
                <a:schemeClr val="tx1"/>
              </a:solidFill>
            </a:endParaRPr>
          </a:p>
        </p:txBody>
      </p:sp>
      <p:sp>
        <p:nvSpPr>
          <p:cNvPr id="31" name="正方形/長方形 30">
            <a:extLst>
              <a:ext uri="{FF2B5EF4-FFF2-40B4-BE49-F238E27FC236}">
                <a16:creationId xmlns:a16="http://schemas.microsoft.com/office/drawing/2014/main" id="{FEF50768-2BB8-15D0-E275-D58AAFD42D1C}"/>
              </a:ext>
            </a:extLst>
          </p:cNvPr>
          <p:cNvSpPr/>
          <p:nvPr>
            <p:custDataLst>
              <p:tags r:id="rId66"/>
            </p:custDataLst>
          </p:nvPr>
        </p:nvSpPr>
        <p:spPr bwMode="auto">
          <a:xfrm>
            <a:off x="10394950" y="3281363"/>
            <a:ext cx="1462088"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87F42247-8FFF-4357-B8F3-5D16AF947673}" type="datetime'揚''''水''・''''''''蓄''''電池'''''' ''発''電'''''''''''''''''">
              <a:rPr lang="ja-JP" altLang="en-US" sz="1400" smtClean="0">
                <a:solidFill>
                  <a:schemeClr val="tx1"/>
                </a:solidFill>
              </a:rPr>
              <a:pPr/>
              <a:t>揚水・蓄電池 発電</a:t>
            </a:fld>
            <a:endParaRPr kumimoji="1" lang="ja-JP" altLang="en-US" sz="1400" dirty="0">
              <a:solidFill>
                <a:schemeClr val="tx1"/>
              </a:solidFill>
            </a:endParaRPr>
          </a:p>
        </p:txBody>
      </p:sp>
      <p:sp>
        <p:nvSpPr>
          <p:cNvPr id="484" name="テキスト ボックス 483">
            <a:extLst>
              <a:ext uri="{FF2B5EF4-FFF2-40B4-BE49-F238E27FC236}">
                <a16:creationId xmlns:a16="http://schemas.microsoft.com/office/drawing/2014/main" id="{CB79EC2B-A3DE-A5AF-67A2-DD2221CEFF8A}"/>
              </a:ext>
            </a:extLst>
          </p:cNvPr>
          <p:cNvSpPr txBox="1"/>
          <p:nvPr/>
        </p:nvSpPr>
        <p:spPr>
          <a:xfrm>
            <a:off x="334961" y="980856"/>
            <a:ext cx="11024338" cy="646331"/>
          </a:xfrm>
          <a:prstGeom prst="rect">
            <a:avLst/>
          </a:prstGeom>
          <a:noFill/>
        </p:spPr>
        <p:txBody>
          <a:bodyPr wrap="square">
            <a:spAutoFit/>
          </a:bodyPr>
          <a:lstStyle/>
          <a:p>
            <a:pPr rtl="0">
              <a:buNone/>
            </a:pPr>
            <a:r>
              <a:rPr lang="en-US" altLang="ja-JP" i="0" u="none" strike="noStrike" dirty="0">
                <a:effectLst/>
                <a:latin typeface="+mn-ea"/>
              </a:rPr>
              <a:t>FY23</a:t>
            </a:r>
            <a:r>
              <a:rPr lang="ja-JP" altLang="en-US" i="0" u="none" strike="noStrike" dirty="0">
                <a:effectLst/>
                <a:latin typeface="+mn-ea"/>
              </a:rPr>
              <a:t>は</a:t>
            </a:r>
            <a:r>
              <a:rPr lang="en-US" altLang="ja-JP" i="0" u="none" strike="noStrike" dirty="0">
                <a:effectLst/>
                <a:latin typeface="+mn-ea"/>
              </a:rPr>
              <a:t>FY22</a:t>
            </a:r>
            <a:r>
              <a:rPr lang="ja-JP" altLang="en-US" i="0" u="none" strike="noStrike" dirty="0">
                <a:effectLst/>
                <a:latin typeface="+mn-ea"/>
              </a:rPr>
              <a:t>から原子力が急増しており、太陽光の増加と重なって出力抑制が急増したと考えられる。</a:t>
            </a:r>
            <a:br>
              <a:rPr lang="en-US" altLang="ja-JP" i="0" u="none" strike="noStrike" dirty="0">
                <a:effectLst/>
                <a:latin typeface="+mn-ea"/>
              </a:rPr>
            </a:br>
            <a:r>
              <a:rPr lang="en-US" altLang="ja-JP" dirty="0">
                <a:latin typeface="+mn-ea"/>
              </a:rPr>
              <a:t>FY25</a:t>
            </a:r>
            <a:r>
              <a:rPr lang="ja-JP" altLang="en-US" dirty="0">
                <a:latin typeface="+mn-ea"/>
              </a:rPr>
              <a:t>は原子力の定検により出力低下し、ベース電源がなくなり価格の下支えが起きた構図か。</a:t>
            </a:r>
            <a:endParaRPr lang="ja-JP" altLang="en-US" dirty="0"/>
          </a:p>
        </p:txBody>
      </p:sp>
    </p:spTree>
    <p:extLst>
      <p:ext uri="{BB962C8B-B14F-4D97-AF65-F5344CB8AC3E}">
        <p14:creationId xmlns:p14="http://schemas.microsoft.com/office/powerpoint/2010/main" val="178655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E44D-A678-988D-D030-B5B3BC1FB675}"/>
            </a:ext>
          </a:extLst>
        </p:cNvPr>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A570AB2F-B4B1-8729-59F0-70C2AE4415ED}"/>
              </a:ext>
            </a:extLst>
          </p:cNvPr>
          <p:cNvGraphicFramePr>
            <a:graphicFrameLocks/>
          </p:cNvGraphicFramePr>
          <p:nvPr>
            <p:custDataLst>
              <p:tags r:id="rId1"/>
            </p:custDataLst>
            <p:extLst>
              <p:ext uri="{D42A27DB-BD31-4B8C-83A1-F6EECF244321}">
                <p14:modId xmlns:p14="http://schemas.microsoft.com/office/powerpoint/2010/main" val="3634540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2" imgW="404" imgH="405" progId="TCLayout.ActiveDocument.1">
                  <p:embed/>
                </p:oleObj>
              </mc:Choice>
              <mc:Fallback>
                <p:oleObj name="think-cellスライド" r:id="rId42" imgW="404" imgH="405" progId="TCLayout.ActiveDocument.1">
                  <p:embed/>
                  <p:pic>
                    <p:nvPicPr>
                      <p:cNvPr id="20" name="think-cell data - do not delete" hidden="1">
                        <a:extLst>
                          <a:ext uri="{FF2B5EF4-FFF2-40B4-BE49-F238E27FC236}">
                            <a16:creationId xmlns:a16="http://schemas.microsoft.com/office/drawing/2014/main" id="{8E4EB239-06CA-4660-B1B1-56FB6CF5FA43}"/>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208D0C53-719F-87B3-9696-765ED2858C93}"/>
              </a:ext>
            </a:extLst>
          </p:cNvPr>
          <p:cNvSpPr>
            <a:spLocks noGrp="1"/>
          </p:cNvSpPr>
          <p:nvPr>
            <p:ph idx="1"/>
          </p:nvPr>
        </p:nvSpPr>
        <p:spPr/>
        <p:txBody>
          <a:bodyPr/>
          <a:lstStyle/>
          <a:p>
            <a:r>
              <a:rPr lang="ja-JP" altLang="en-US" b="1" dirty="0"/>
              <a:t>スプレッド縮小の要因解明（需要内訳）</a:t>
            </a:r>
          </a:p>
          <a:p>
            <a:endParaRPr kumimoji="1" lang="ja-JP" altLang="en-US" dirty="0"/>
          </a:p>
        </p:txBody>
      </p:sp>
      <p:sp>
        <p:nvSpPr>
          <p:cNvPr id="3" name="スライド番号プレースホルダー 2">
            <a:extLst>
              <a:ext uri="{FF2B5EF4-FFF2-40B4-BE49-F238E27FC236}">
                <a16:creationId xmlns:a16="http://schemas.microsoft.com/office/drawing/2014/main" id="{657E7657-3F31-E3F0-A67E-AD0A6DEDD930}"/>
              </a:ext>
            </a:extLst>
          </p:cNvPr>
          <p:cNvSpPr>
            <a:spLocks noGrp="1"/>
          </p:cNvSpPr>
          <p:nvPr>
            <p:ph type="sldNum" sz="quarter" idx="12"/>
          </p:nvPr>
        </p:nvSpPr>
        <p:spPr/>
        <p:txBody>
          <a:bodyPr/>
          <a:lstStyle/>
          <a:p>
            <a:fld id="{3B09FD7E-EA79-4AC9-B47C-47EE1A48B026}" type="slidenum">
              <a:rPr kumimoji="1" lang="ja-JP" altLang="en-US" smtClean="0"/>
              <a:t>11</a:t>
            </a:fld>
            <a:endParaRPr kumimoji="1" lang="ja-JP" altLang="en-US"/>
          </a:p>
        </p:txBody>
      </p:sp>
      <p:sp>
        <p:nvSpPr>
          <p:cNvPr id="4" name="タイトル 3">
            <a:extLst>
              <a:ext uri="{FF2B5EF4-FFF2-40B4-BE49-F238E27FC236}">
                <a16:creationId xmlns:a16="http://schemas.microsoft.com/office/drawing/2014/main" id="{D7096DF9-C907-A756-076D-27966075A595}"/>
              </a:ext>
            </a:extLst>
          </p:cNvPr>
          <p:cNvSpPr>
            <a:spLocks noGrp="1"/>
          </p:cNvSpPr>
          <p:nvPr>
            <p:ph type="title"/>
          </p:nvPr>
        </p:nvSpPr>
        <p:spPr/>
        <p:txBody>
          <a:bodyPr/>
          <a:lstStyle/>
          <a:p>
            <a:endParaRPr kumimoji="1" lang="ja-JP" altLang="en-US"/>
          </a:p>
        </p:txBody>
      </p:sp>
      <p:graphicFrame>
        <p:nvGraphicFramePr>
          <p:cNvPr id="47" name="Chart 3">
            <a:extLst>
              <a:ext uri="{FF2B5EF4-FFF2-40B4-BE49-F238E27FC236}">
                <a16:creationId xmlns:a16="http://schemas.microsoft.com/office/drawing/2014/main" id="{87F20E72-51CA-1873-4ED4-B1D56379BCDE}"/>
              </a:ext>
            </a:extLst>
          </p:cNvPr>
          <p:cNvGraphicFramePr/>
          <p:nvPr>
            <p:custDataLst>
              <p:tags r:id="rId2"/>
            </p:custDataLst>
            <p:extLst>
              <p:ext uri="{D42A27DB-BD31-4B8C-83A1-F6EECF244321}">
                <p14:modId xmlns:p14="http://schemas.microsoft.com/office/powerpoint/2010/main" val="4087614884"/>
              </p:ext>
            </p:extLst>
          </p:nvPr>
        </p:nvGraphicFramePr>
        <p:xfrm>
          <a:off x="220663" y="1628775"/>
          <a:ext cx="9883775" cy="4889500"/>
        </p:xfrm>
        <a:graphic>
          <a:graphicData uri="http://schemas.openxmlformats.org/drawingml/2006/chart">
            <c:chart xmlns:c="http://schemas.openxmlformats.org/drawingml/2006/chart" xmlns:r="http://schemas.openxmlformats.org/officeDocument/2006/relationships" r:id="rId44"/>
          </a:graphicData>
        </a:graphic>
      </p:graphicFrame>
      <p:sp>
        <p:nvSpPr>
          <p:cNvPr id="476" name="正方形/長方形 475">
            <a:extLst>
              <a:ext uri="{FF2B5EF4-FFF2-40B4-BE49-F238E27FC236}">
                <a16:creationId xmlns:a16="http://schemas.microsoft.com/office/drawing/2014/main" id="{9C6636A6-54F6-7210-9CEA-980BA6A8EC6E}"/>
              </a:ext>
            </a:extLst>
          </p:cNvPr>
          <p:cNvSpPr/>
          <p:nvPr>
            <p:custDataLst>
              <p:tags r:id="rId3"/>
            </p:custDataLst>
          </p:nvPr>
        </p:nvSpPr>
        <p:spPr bwMode="auto">
          <a:xfrm>
            <a:off x="527050" y="1566863"/>
            <a:ext cx="231775"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noAutofit/>
          </a:bodyPr>
          <a:lstStyle/>
          <a:p>
            <a:pPr algn="ctr">
              <a:lnSpc>
                <a:spcPct val="110000"/>
              </a:lnSpc>
              <a:spcBef>
                <a:spcPct val="0"/>
              </a:spcBef>
              <a:spcAft>
                <a:spcPct val="0"/>
              </a:spcAft>
            </a:pPr>
            <a:r>
              <a:rPr lang="en-US" altLang="ja-JP" sz="1200" dirty="0">
                <a:solidFill>
                  <a:schemeClr val="tx1"/>
                </a:solidFill>
                <a:effectLst/>
              </a:rPr>
              <a:t>GW</a:t>
            </a:r>
            <a:endParaRPr kumimoji="1" lang="ja-JP" altLang="en-US" sz="1200" dirty="0">
              <a:solidFill>
                <a:schemeClr val="tx1"/>
              </a:solidFill>
            </a:endParaRPr>
          </a:p>
        </p:txBody>
      </p:sp>
      <p:sp>
        <p:nvSpPr>
          <p:cNvPr id="6" name="正方形/長方形 5">
            <a:extLst>
              <a:ext uri="{FF2B5EF4-FFF2-40B4-BE49-F238E27FC236}">
                <a16:creationId xmlns:a16="http://schemas.microsoft.com/office/drawing/2014/main" id="{A5E69E0A-A8E5-D0CB-1D7F-CE5E125E05FB}"/>
              </a:ext>
            </a:extLst>
          </p:cNvPr>
          <p:cNvSpPr/>
          <p:nvPr>
            <p:custDataLst>
              <p:tags r:id="rId4"/>
            </p:custDataLst>
          </p:nvPr>
        </p:nvSpPr>
        <p:spPr bwMode="auto">
          <a:xfrm>
            <a:off x="87788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11F9F52-B0D7-41E6-95BC-6EDA79FD9D7B}" type="datetime'''''''F''''''''''''''''Y''''''20''1''''6'''''''''''''">
              <a:rPr lang="ja-JP" altLang="en-US" sz="1200" smtClean="0">
                <a:solidFill>
                  <a:schemeClr val="tx1"/>
                </a:solidFill>
              </a:rPr>
              <a:pPr algn="ctr">
                <a:lnSpc>
                  <a:spcPct val="110000"/>
                </a:lnSpc>
                <a:spcBef>
                  <a:spcPct val="0"/>
                </a:spcBef>
                <a:spcAft>
                  <a:spcPct val="0"/>
                </a:spcAft>
              </a:pPr>
              <a:t>FY2016</a:t>
            </a:fld>
            <a:endParaRPr kumimoji="1" lang="ja-JP" altLang="en-US" sz="1200" dirty="0">
              <a:solidFill>
                <a:schemeClr val="tx1"/>
              </a:solidFill>
            </a:endParaRPr>
          </a:p>
        </p:txBody>
      </p:sp>
      <p:sp>
        <p:nvSpPr>
          <p:cNvPr id="8" name="正方形/長方形 7">
            <a:extLst>
              <a:ext uri="{FF2B5EF4-FFF2-40B4-BE49-F238E27FC236}">
                <a16:creationId xmlns:a16="http://schemas.microsoft.com/office/drawing/2014/main" id="{14508816-44D7-D0B6-CE35-245979A10132}"/>
              </a:ext>
            </a:extLst>
          </p:cNvPr>
          <p:cNvSpPr/>
          <p:nvPr>
            <p:custDataLst>
              <p:tags r:id="rId5"/>
            </p:custDataLst>
          </p:nvPr>
        </p:nvSpPr>
        <p:spPr bwMode="auto">
          <a:xfrm>
            <a:off x="1816100"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A1DD6463-F50F-4502-AE75-C3CF35F81592}" type="datetime'''''''F''''''''Y''''''''''''''2''''''''''0''''1''''''''7'">
              <a:rPr lang="ja-JP" altLang="en-US" sz="1200" smtClean="0">
                <a:solidFill>
                  <a:schemeClr val="tx1"/>
                </a:solidFill>
              </a:rPr>
              <a:pPr algn="ctr">
                <a:lnSpc>
                  <a:spcPct val="110000"/>
                </a:lnSpc>
                <a:spcBef>
                  <a:spcPct val="0"/>
                </a:spcBef>
                <a:spcAft>
                  <a:spcPct val="0"/>
                </a:spcAft>
              </a:pPr>
              <a:t>FY2017</a:t>
            </a:fld>
            <a:endParaRPr kumimoji="1" lang="ja-JP" altLang="en-US" sz="1200" dirty="0">
              <a:solidFill>
                <a:schemeClr val="tx1"/>
              </a:solidFill>
            </a:endParaRPr>
          </a:p>
        </p:txBody>
      </p:sp>
      <p:sp>
        <p:nvSpPr>
          <p:cNvPr id="9" name="正方形/長方形 8">
            <a:extLst>
              <a:ext uri="{FF2B5EF4-FFF2-40B4-BE49-F238E27FC236}">
                <a16:creationId xmlns:a16="http://schemas.microsoft.com/office/drawing/2014/main" id="{36CFE856-C247-AC24-017B-FD96C5934071}"/>
              </a:ext>
            </a:extLst>
          </p:cNvPr>
          <p:cNvSpPr/>
          <p:nvPr>
            <p:custDataLst>
              <p:tags r:id="rId6"/>
            </p:custDataLst>
          </p:nvPr>
        </p:nvSpPr>
        <p:spPr bwMode="auto">
          <a:xfrm>
            <a:off x="275431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D15D213A-2616-46A3-901C-F94899E02C8F}" type="datetime'''''''F''''''Y''2''01''''''''''''8'''''''''''''''''''''''''''">
              <a:rPr lang="ja-JP" altLang="en-US" sz="1200" smtClean="0">
                <a:solidFill>
                  <a:schemeClr val="tx1"/>
                </a:solidFill>
              </a:rPr>
              <a:pPr algn="ctr">
                <a:lnSpc>
                  <a:spcPct val="110000"/>
                </a:lnSpc>
                <a:spcBef>
                  <a:spcPct val="0"/>
                </a:spcBef>
                <a:spcAft>
                  <a:spcPct val="0"/>
                </a:spcAft>
              </a:pPr>
              <a:t>FY2018</a:t>
            </a:fld>
            <a:endParaRPr kumimoji="1" lang="ja-JP" altLang="en-US" sz="1200" dirty="0">
              <a:solidFill>
                <a:schemeClr val="tx1"/>
              </a:solidFill>
            </a:endParaRPr>
          </a:p>
        </p:txBody>
      </p:sp>
      <p:sp>
        <p:nvSpPr>
          <p:cNvPr id="21" name="正方形/長方形 20">
            <a:extLst>
              <a:ext uri="{FF2B5EF4-FFF2-40B4-BE49-F238E27FC236}">
                <a16:creationId xmlns:a16="http://schemas.microsoft.com/office/drawing/2014/main" id="{5916B1F8-349E-6FD7-F25D-B5AD4C632008}"/>
              </a:ext>
            </a:extLst>
          </p:cNvPr>
          <p:cNvSpPr/>
          <p:nvPr>
            <p:custDataLst>
              <p:tags r:id="rId7"/>
            </p:custDataLst>
          </p:nvPr>
        </p:nvSpPr>
        <p:spPr bwMode="auto">
          <a:xfrm>
            <a:off x="369093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677F8A69-19CE-4734-BB8D-22814BAAC543}" type="datetime'''''F''''Y''''''''''''''''''''20''1''''''''9'''''''''''''">
              <a:rPr lang="ja-JP" altLang="en-US" sz="1200" smtClean="0">
                <a:solidFill>
                  <a:schemeClr val="tx1"/>
                </a:solidFill>
              </a:rPr>
              <a:pPr algn="ctr">
                <a:lnSpc>
                  <a:spcPct val="110000"/>
                </a:lnSpc>
                <a:spcBef>
                  <a:spcPct val="0"/>
                </a:spcBef>
                <a:spcAft>
                  <a:spcPct val="0"/>
                </a:spcAft>
              </a:pPr>
              <a:t>FY2019</a:t>
            </a:fld>
            <a:endParaRPr kumimoji="1" lang="ja-JP" altLang="en-US" sz="1200" dirty="0">
              <a:solidFill>
                <a:schemeClr val="tx1"/>
              </a:solidFill>
            </a:endParaRPr>
          </a:p>
        </p:txBody>
      </p:sp>
      <p:sp>
        <p:nvSpPr>
          <p:cNvPr id="22" name="正方形/長方形 21">
            <a:extLst>
              <a:ext uri="{FF2B5EF4-FFF2-40B4-BE49-F238E27FC236}">
                <a16:creationId xmlns:a16="http://schemas.microsoft.com/office/drawing/2014/main" id="{6E0CA129-C7E7-0CFA-54CF-3777F6D856F2}"/>
              </a:ext>
            </a:extLst>
          </p:cNvPr>
          <p:cNvSpPr/>
          <p:nvPr>
            <p:custDataLst>
              <p:tags r:id="rId8"/>
            </p:custDataLst>
          </p:nvPr>
        </p:nvSpPr>
        <p:spPr bwMode="auto">
          <a:xfrm>
            <a:off x="4629150"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8822840-5C65-4EEE-9CBE-DA911BB1A02A}" type="datetime'''F''Y''''''''''''''''''2''0''''''''''''2''''''''''''0'''''''">
              <a:rPr lang="ja-JP" altLang="en-US" sz="1200" smtClean="0">
                <a:solidFill>
                  <a:schemeClr val="tx1"/>
                </a:solidFill>
              </a:rPr>
              <a:pPr algn="ctr">
                <a:lnSpc>
                  <a:spcPct val="110000"/>
                </a:lnSpc>
                <a:spcBef>
                  <a:spcPct val="0"/>
                </a:spcBef>
                <a:spcAft>
                  <a:spcPct val="0"/>
                </a:spcAft>
              </a:pPr>
              <a:t>FY2020</a:t>
            </a:fld>
            <a:endParaRPr kumimoji="1" lang="ja-JP" altLang="en-US" sz="1200" dirty="0">
              <a:solidFill>
                <a:schemeClr val="tx1"/>
              </a:solidFill>
            </a:endParaRPr>
          </a:p>
        </p:txBody>
      </p:sp>
      <p:sp>
        <p:nvSpPr>
          <p:cNvPr id="23" name="正方形/長方形 22">
            <a:extLst>
              <a:ext uri="{FF2B5EF4-FFF2-40B4-BE49-F238E27FC236}">
                <a16:creationId xmlns:a16="http://schemas.microsoft.com/office/drawing/2014/main" id="{CCE609B5-5166-59D4-D868-E644FFE30572}"/>
              </a:ext>
            </a:extLst>
          </p:cNvPr>
          <p:cNvSpPr/>
          <p:nvPr>
            <p:custDataLst>
              <p:tags r:id="rId9"/>
            </p:custDataLst>
          </p:nvPr>
        </p:nvSpPr>
        <p:spPr bwMode="auto">
          <a:xfrm>
            <a:off x="556736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CE6C0A3F-2FA1-40BC-B1B9-FD2DAA1EE32C}" type="datetime'''''''F''''''Y20''''''''''''''''''''''2''''''''''''''''''''1'">
              <a:rPr lang="ja-JP" altLang="en-US" sz="1200" smtClean="0">
                <a:solidFill>
                  <a:schemeClr val="tx1"/>
                </a:solidFill>
              </a:rPr>
              <a:pPr algn="ctr">
                <a:lnSpc>
                  <a:spcPct val="110000"/>
                </a:lnSpc>
                <a:spcBef>
                  <a:spcPct val="0"/>
                </a:spcBef>
                <a:spcAft>
                  <a:spcPct val="0"/>
                </a:spcAft>
              </a:pPr>
              <a:t>FY2021</a:t>
            </a:fld>
            <a:endParaRPr kumimoji="1" lang="ja-JP" altLang="en-US" sz="1200" dirty="0">
              <a:solidFill>
                <a:schemeClr val="tx1"/>
              </a:solidFill>
            </a:endParaRPr>
          </a:p>
        </p:txBody>
      </p:sp>
      <p:sp>
        <p:nvSpPr>
          <p:cNvPr id="24" name="正方形/長方形 23">
            <a:extLst>
              <a:ext uri="{FF2B5EF4-FFF2-40B4-BE49-F238E27FC236}">
                <a16:creationId xmlns:a16="http://schemas.microsoft.com/office/drawing/2014/main" id="{DD6A6050-E33D-09EB-3DA6-1A553AB0F482}"/>
              </a:ext>
            </a:extLst>
          </p:cNvPr>
          <p:cNvSpPr/>
          <p:nvPr>
            <p:custDataLst>
              <p:tags r:id="rId10"/>
            </p:custDataLst>
          </p:nvPr>
        </p:nvSpPr>
        <p:spPr bwMode="auto">
          <a:xfrm>
            <a:off x="6505575"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DB424140-436F-4FA1-BFFE-645B926A80B5}" type="datetime'''F''''''''''''''''Y''2''''''''''''''''''''''022'''''">
              <a:rPr lang="ja-JP" altLang="en-US" sz="1200" smtClean="0">
                <a:solidFill>
                  <a:schemeClr val="tx1"/>
                </a:solidFill>
              </a:rPr>
              <a:pPr algn="ctr">
                <a:lnSpc>
                  <a:spcPct val="110000"/>
                </a:lnSpc>
                <a:spcBef>
                  <a:spcPct val="0"/>
                </a:spcBef>
                <a:spcAft>
                  <a:spcPct val="0"/>
                </a:spcAft>
              </a:pPr>
              <a:t>FY2022</a:t>
            </a:fld>
            <a:endParaRPr kumimoji="1" lang="ja-JP" altLang="en-US" sz="1200" dirty="0">
              <a:solidFill>
                <a:schemeClr val="tx1"/>
              </a:solidFill>
            </a:endParaRPr>
          </a:p>
        </p:txBody>
      </p:sp>
      <p:sp>
        <p:nvSpPr>
          <p:cNvPr id="25" name="正方形/長方形 24">
            <a:extLst>
              <a:ext uri="{FF2B5EF4-FFF2-40B4-BE49-F238E27FC236}">
                <a16:creationId xmlns:a16="http://schemas.microsoft.com/office/drawing/2014/main" id="{54C362A0-B2EA-68B3-9E2C-D70FD1522D80}"/>
              </a:ext>
            </a:extLst>
          </p:cNvPr>
          <p:cNvSpPr/>
          <p:nvPr>
            <p:custDataLst>
              <p:tags r:id="rId11"/>
            </p:custDataLst>
          </p:nvPr>
        </p:nvSpPr>
        <p:spPr bwMode="auto">
          <a:xfrm>
            <a:off x="7443788"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0A72156-152D-4DA6-810B-5599E5A37E74}" type="datetime'''''''''''''F''''''''''''Y''''2''0''''''2''3'''''">
              <a:rPr lang="ja-JP" altLang="en-US" sz="1200" smtClean="0">
                <a:solidFill>
                  <a:schemeClr val="tx1"/>
                </a:solidFill>
              </a:rPr>
              <a:pPr algn="ctr">
                <a:lnSpc>
                  <a:spcPct val="110000"/>
                </a:lnSpc>
                <a:spcBef>
                  <a:spcPct val="0"/>
                </a:spcBef>
                <a:spcAft>
                  <a:spcPct val="0"/>
                </a:spcAft>
              </a:pPr>
              <a:t>FY2023</a:t>
            </a:fld>
            <a:endParaRPr kumimoji="1" lang="ja-JP" altLang="en-US" sz="1200" dirty="0">
              <a:solidFill>
                <a:schemeClr val="tx1"/>
              </a:solidFill>
            </a:endParaRPr>
          </a:p>
        </p:txBody>
      </p:sp>
      <p:sp>
        <p:nvSpPr>
          <p:cNvPr id="26" name="正方形/長方形 25">
            <a:extLst>
              <a:ext uri="{FF2B5EF4-FFF2-40B4-BE49-F238E27FC236}">
                <a16:creationId xmlns:a16="http://schemas.microsoft.com/office/drawing/2014/main" id="{899CAB76-E06D-CDE1-7855-3BD6C3213F3E}"/>
              </a:ext>
            </a:extLst>
          </p:cNvPr>
          <p:cNvSpPr/>
          <p:nvPr>
            <p:custDataLst>
              <p:tags r:id="rId12"/>
            </p:custDataLst>
          </p:nvPr>
        </p:nvSpPr>
        <p:spPr bwMode="auto">
          <a:xfrm>
            <a:off x="8380413"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2481AEB8-C2FA-4B9B-B5E5-122473E335F0}" type="datetime'''''''''''F''''Y''''2''''''''0''''24'''''''''''">
              <a:rPr lang="ja-JP" altLang="en-US" sz="1200" smtClean="0">
                <a:solidFill>
                  <a:schemeClr val="tx1"/>
                </a:solidFill>
              </a:rPr>
              <a:pPr algn="ctr">
                <a:lnSpc>
                  <a:spcPct val="110000"/>
                </a:lnSpc>
                <a:spcBef>
                  <a:spcPct val="0"/>
                </a:spcBef>
                <a:spcAft>
                  <a:spcPct val="0"/>
                </a:spcAft>
              </a:pPr>
              <a:t>FY2024</a:t>
            </a:fld>
            <a:endParaRPr kumimoji="1" lang="ja-JP" altLang="en-US" sz="1200" dirty="0">
              <a:solidFill>
                <a:schemeClr val="tx1"/>
              </a:solidFill>
            </a:endParaRPr>
          </a:p>
        </p:txBody>
      </p:sp>
      <p:sp>
        <p:nvSpPr>
          <p:cNvPr id="27" name="正方形/長方形 26">
            <a:extLst>
              <a:ext uri="{FF2B5EF4-FFF2-40B4-BE49-F238E27FC236}">
                <a16:creationId xmlns:a16="http://schemas.microsoft.com/office/drawing/2014/main" id="{49B27323-D053-D690-B256-76181C8777BB}"/>
              </a:ext>
            </a:extLst>
          </p:cNvPr>
          <p:cNvSpPr/>
          <p:nvPr>
            <p:custDataLst>
              <p:tags r:id="rId13"/>
            </p:custDataLst>
          </p:nvPr>
        </p:nvSpPr>
        <p:spPr bwMode="auto">
          <a:xfrm>
            <a:off x="9318625" y="6384925"/>
            <a:ext cx="468313" cy="2016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15D343F3-83F7-4D4C-A271-4007B0B549D3}" type="datetime'''''''F''Y2''''0''''''''''''''''''''''''''''25'''''">
              <a:rPr lang="ja-JP" altLang="en-US" sz="1200" smtClean="0">
                <a:solidFill>
                  <a:schemeClr val="tx1"/>
                </a:solidFill>
              </a:rPr>
              <a:pPr algn="ctr">
                <a:lnSpc>
                  <a:spcPct val="110000"/>
                </a:lnSpc>
                <a:spcBef>
                  <a:spcPct val="0"/>
                </a:spcBef>
                <a:spcAft>
                  <a:spcPct val="0"/>
                </a:spcAft>
              </a:pPr>
              <a:t>FY2025</a:t>
            </a:fld>
            <a:endParaRPr kumimoji="1" lang="ja-JP" altLang="en-US" sz="1200" dirty="0">
              <a:solidFill>
                <a:schemeClr val="tx1"/>
              </a:solidFill>
            </a:endParaRPr>
          </a:p>
        </p:txBody>
      </p:sp>
      <p:sp>
        <p:nvSpPr>
          <p:cNvPr id="14" name="正方形/長方形 13">
            <a:extLst>
              <a:ext uri="{FF2B5EF4-FFF2-40B4-BE49-F238E27FC236}">
                <a16:creationId xmlns:a16="http://schemas.microsoft.com/office/drawing/2014/main" id="{9721F605-CDD2-5242-7283-35F2039F657D}"/>
              </a:ext>
            </a:extLst>
          </p:cNvPr>
          <p:cNvSpPr/>
          <p:nvPr>
            <p:custDataLst>
              <p:tags r:id="rId14"/>
            </p:custDataLst>
          </p:nvPr>
        </p:nvSpPr>
        <p:spPr bwMode="gray">
          <a:xfrm>
            <a:off x="914400" y="235108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91D2B2FC-8E9D-4AC8-B54F-BB9A07510B11}" type="datetime'''1''''''2''.''''''''''''''''''''''''''''''7''''''''''8'''''''">
              <a:rPr lang="ja-JP" altLang="en-US" sz="1200" smtClean="0">
                <a:solidFill>
                  <a:schemeClr val="tx1"/>
                </a:solidFill>
              </a:rPr>
              <a:pPr algn="ctr">
                <a:lnSpc>
                  <a:spcPct val="90000"/>
                </a:lnSpc>
                <a:spcBef>
                  <a:spcPct val="0"/>
                </a:spcBef>
                <a:spcAft>
                  <a:spcPct val="0"/>
                </a:spcAft>
              </a:pPr>
              <a:t>12.78</a:t>
            </a:fld>
            <a:endParaRPr kumimoji="1" lang="ja-JP" altLang="en-US" sz="1200" dirty="0">
              <a:solidFill>
                <a:schemeClr val="tx1"/>
              </a:solidFill>
            </a:endParaRPr>
          </a:p>
        </p:txBody>
      </p:sp>
      <p:sp>
        <p:nvSpPr>
          <p:cNvPr id="16" name="正方形/長方形 15">
            <a:extLst>
              <a:ext uri="{FF2B5EF4-FFF2-40B4-BE49-F238E27FC236}">
                <a16:creationId xmlns:a16="http://schemas.microsoft.com/office/drawing/2014/main" id="{499FFB23-9416-72FE-1B35-DF3F13F59421}"/>
              </a:ext>
            </a:extLst>
          </p:cNvPr>
          <p:cNvSpPr/>
          <p:nvPr>
            <p:custDataLst>
              <p:tags r:id="rId15"/>
            </p:custDataLst>
          </p:nvPr>
        </p:nvSpPr>
        <p:spPr bwMode="gray">
          <a:xfrm>
            <a:off x="1852613" y="223202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3AF7F603-F282-43C5-94B0-CF0260F16099}" type="datetime'''''''''''''''''''''''1''''3''''''''''''''''''''''.''19'''''">
              <a:rPr lang="ja-JP" altLang="en-US" sz="1200" smtClean="0">
                <a:solidFill>
                  <a:schemeClr val="tx1"/>
                </a:solidFill>
              </a:rPr>
              <a:pPr algn="ctr">
                <a:lnSpc>
                  <a:spcPct val="90000"/>
                </a:lnSpc>
                <a:spcBef>
                  <a:spcPct val="0"/>
                </a:spcBef>
                <a:spcAft>
                  <a:spcPct val="0"/>
                </a:spcAft>
              </a:pPr>
              <a:t>13.19</a:t>
            </a:fld>
            <a:endParaRPr kumimoji="1" lang="ja-JP" altLang="en-US" sz="1200" dirty="0">
              <a:solidFill>
                <a:schemeClr val="tx1"/>
              </a:solidFill>
            </a:endParaRPr>
          </a:p>
        </p:txBody>
      </p:sp>
      <p:sp>
        <p:nvSpPr>
          <p:cNvPr id="17" name="正方形/長方形 16">
            <a:extLst>
              <a:ext uri="{FF2B5EF4-FFF2-40B4-BE49-F238E27FC236}">
                <a16:creationId xmlns:a16="http://schemas.microsoft.com/office/drawing/2014/main" id="{8AB0151A-394B-CBB4-E291-47F465D87CBF}"/>
              </a:ext>
            </a:extLst>
          </p:cNvPr>
          <p:cNvSpPr/>
          <p:nvPr>
            <p:custDataLst>
              <p:tags r:id="rId16"/>
            </p:custDataLst>
          </p:nvPr>
        </p:nvSpPr>
        <p:spPr bwMode="gray">
          <a:xfrm>
            <a:off x="2790825" y="240982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8C0D9C9C-45F2-4B66-B77C-E1D26034AA59}" type="datetime'''''''1''''''''''''''2''''''''''''''.''''5''''''''''''''''''7'">
              <a:rPr lang="ja-JP" altLang="en-US" sz="1200" smtClean="0">
                <a:solidFill>
                  <a:schemeClr val="tx1"/>
                </a:solidFill>
              </a:rPr>
              <a:pPr algn="ctr">
                <a:lnSpc>
                  <a:spcPct val="90000"/>
                </a:lnSpc>
                <a:spcBef>
                  <a:spcPct val="0"/>
                </a:spcBef>
                <a:spcAft>
                  <a:spcPct val="0"/>
                </a:spcAft>
              </a:pPr>
              <a:t>12.57</a:t>
            </a:fld>
            <a:endParaRPr kumimoji="1" lang="ja-JP" altLang="en-US" sz="1200" dirty="0">
              <a:solidFill>
                <a:schemeClr val="tx1"/>
              </a:solidFill>
            </a:endParaRPr>
          </a:p>
        </p:txBody>
      </p:sp>
      <p:sp>
        <p:nvSpPr>
          <p:cNvPr id="32" name="正方形/長方形 31">
            <a:extLst>
              <a:ext uri="{FF2B5EF4-FFF2-40B4-BE49-F238E27FC236}">
                <a16:creationId xmlns:a16="http://schemas.microsoft.com/office/drawing/2014/main" id="{47E79AE8-17DE-F8ED-FA61-58C6C59EE8AA}"/>
              </a:ext>
            </a:extLst>
          </p:cNvPr>
          <p:cNvSpPr/>
          <p:nvPr>
            <p:custDataLst>
              <p:tags r:id="rId17"/>
            </p:custDataLst>
          </p:nvPr>
        </p:nvSpPr>
        <p:spPr bwMode="gray">
          <a:xfrm>
            <a:off x="3727450" y="221138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B5ADDEB2-EE3C-422C-ADA7-33A0CE5B7D86}" type="datetime'''''''''''1''''''''''''''''''3''''.''''''''2''''''6'''''">
              <a:rPr lang="ja-JP" altLang="en-US" sz="1200" smtClean="0">
                <a:solidFill>
                  <a:schemeClr val="tx1"/>
                </a:solidFill>
              </a:rPr>
              <a:pPr algn="ctr">
                <a:lnSpc>
                  <a:spcPct val="90000"/>
                </a:lnSpc>
                <a:spcBef>
                  <a:spcPct val="0"/>
                </a:spcBef>
                <a:spcAft>
                  <a:spcPct val="0"/>
                </a:spcAft>
              </a:pPr>
              <a:t>13.26</a:t>
            </a:fld>
            <a:endParaRPr kumimoji="1" lang="ja-JP" altLang="en-US" sz="1200" dirty="0">
              <a:solidFill>
                <a:schemeClr val="tx1"/>
              </a:solidFill>
            </a:endParaRPr>
          </a:p>
        </p:txBody>
      </p:sp>
      <p:sp>
        <p:nvSpPr>
          <p:cNvPr id="33" name="正方形/長方形 32">
            <a:extLst>
              <a:ext uri="{FF2B5EF4-FFF2-40B4-BE49-F238E27FC236}">
                <a16:creationId xmlns:a16="http://schemas.microsoft.com/office/drawing/2014/main" id="{5C1D366D-C6AC-373F-4C32-6AE268F0B77D}"/>
              </a:ext>
            </a:extLst>
          </p:cNvPr>
          <p:cNvSpPr/>
          <p:nvPr>
            <p:custDataLst>
              <p:tags r:id="rId18"/>
            </p:custDataLst>
          </p:nvPr>
        </p:nvSpPr>
        <p:spPr bwMode="gray">
          <a:xfrm>
            <a:off x="4665663" y="220027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F273E7F3-F93F-4CCC-B40A-6B8C6AFAE05F}" type="datetime'''''''''''''1''''''''3''''''.''''2''''''''''''9'''''''">
              <a:rPr lang="ja-JP" altLang="en-US" sz="1200" smtClean="0">
                <a:solidFill>
                  <a:schemeClr val="tx1"/>
                </a:solidFill>
              </a:rPr>
              <a:pPr algn="ctr">
                <a:lnSpc>
                  <a:spcPct val="90000"/>
                </a:lnSpc>
                <a:spcBef>
                  <a:spcPct val="0"/>
                </a:spcBef>
                <a:spcAft>
                  <a:spcPct val="0"/>
                </a:spcAft>
              </a:pPr>
              <a:t>13.29</a:t>
            </a:fld>
            <a:endParaRPr kumimoji="1" lang="ja-JP" altLang="en-US" sz="1200" dirty="0">
              <a:solidFill>
                <a:schemeClr val="tx1"/>
              </a:solidFill>
            </a:endParaRPr>
          </a:p>
        </p:txBody>
      </p:sp>
      <p:sp>
        <p:nvSpPr>
          <p:cNvPr id="34" name="正方形/長方形 33">
            <a:extLst>
              <a:ext uri="{FF2B5EF4-FFF2-40B4-BE49-F238E27FC236}">
                <a16:creationId xmlns:a16="http://schemas.microsoft.com/office/drawing/2014/main" id="{07FF3FF7-5B89-9E30-88CB-C5EB26F2A815}"/>
              </a:ext>
            </a:extLst>
          </p:cNvPr>
          <p:cNvSpPr/>
          <p:nvPr>
            <p:custDataLst>
              <p:tags r:id="rId19"/>
            </p:custDataLst>
          </p:nvPr>
        </p:nvSpPr>
        <p:spPr bwMode="gray">
          <a:xfrm>
            <a:off x="5603875" y="2100263"/>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86842CF0-F79E-45E6-9CF4-EAC060CEC7FB}" type="datetime'''1''''''''''''''''''''''''''3''''''''''''''''''''''''.''64'''">
              <a:rPr lang="ja-JP" altLang="en-US" sz="1200" smtClean="0">
                <a:solidFill>
                  <a:schemeClr val="tx1"/>
                </a:solidFill>
              </a:rPr>
              <a:pPr algn="ctr">
                <a:lnSpc>
                  <a:spcPct val="90000"/>
                </a:lnSpc>
                <a:spcBef>
                  <a:spcPct val="0"/>
                </a:spcBef>
                <a:spcAft>
                  <a:spcPct val="0"/>
                </a:spcAft>
              </a:pPr>
              <a:t>13.64</a:t>
            </a:fld>
            <a:endParaRPr kumimoji="1" lang="ja-JP" altLang="en-US" sz="1200" dirty="0">
              <a:solidFill>
                <a:schemeClr val="tx1"/>
              </a:solidFill>
            </a:endParaRPr>
          </a:p>
        </p:txBody>
      </p:sp>
      <p:sp>
        <p:nvSpPr>
          <p:cNvPr id="35" name="正方形/長方形 34">
            <a:extLst>
              <a:ext uri="{FF2B5EF4-FFF2-40B4-BE49-F238E27FC236}">
                <a16:creationId xmlns:a16="http://schemas.microsoft.com/office/drawing/2014/main" id="{E53AB329-312F-5486-3DE5-6009B545C0DC}"/>
              </a:ext>
            </a:extLst>
          </p:cNvPr>
          <p:cNvSpPr/>
          <p:nvPr>
            <p:custDataLst>
              <p:tags r:id="rId20"/>
            </p:custDataLst>
          </p:nvPr>
        </p:nvSpPr>
        <p:spPr bwMode="gray">
          <a:xfrm>
            <a:off x="6542088" y="209232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C4B0B99E-86B1-44B6-851F-5BD6DEDD2E0F}" type="datetime'1''''''''3''.''''''''''''''''''''67'''''''''''''''''''''">
              <a:rPr lang="ja-JP" altLang="en-US" sz="1200" smtClean="0">
                <a:solidFill>
                  <a:schemeClr val="tx1"/>
                </a:solidFill>
              </a:rPr>
              <a:pPr algn="ctr">
                <a:lnSpc>
                  <a:spcPct val="90000"/>
                </a:lnSpc>
                <a:spcBef>
                  <a:spcPct val="0"/>
                </a:spcBef>
                <a:spcAft>
                  <a:spcPct val="0"/>
                </a:spcAft>
              </a:pPr>
              <a:t>13.67</a:t>
            </a:fld>
            <a:endParaRPr kumimoji="1" lang="ja-JP" altLang="en-US" sz="1200" dirty="0">
              <a:solidFill>
                <a:schemeClr val="tx1"/>
              </a:solidFill>
            </a:endParaRPr>
          </a:p>
        </p:txBody>
      </p:sp>
      <p:sp>
        <p:nvSpPr>
          <p:cNvPr id="36" name="正方形/長方形 35">
            <a:extLst>
              <a:ext uri="{FF2B5EF4-FFF2-40B4-BE49-F238E27FC236}">
                <a16:creationId xmlns:a16="http://schemas.microsoft.com/office/drawing/2014/main" id="{AF422AAB-1BF9-3A4E-5F00-F191D91D4C76}"/>
              </a:ext>
            </a:extLst>
          </p:cNvPr>
          <p:cNvSpPr/>
          <p:nvPr>
            <p:custDataLst>
              <p:tags r:id="rId21"/>
            </p:custDataLst>
          </p:nvPr>
        </p:nvSpPr>
        <p:spPr bwMode="gray">
          <a:xfrm>
            <a:off x="7480300" y="2035175"/>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31782AD6-7075-4E9E-989F-4425D0A40FF1}" type="datetime'''''''''''1''''''''''''''''''''''''3.''''8''''''6'''''">
              <a:rPr lang="ja-JP" altLang="en-US" sz="1200" smtClean="0">
                <a:solidFill>
                  <a:schemeClr val="tx1"/>
                </a:solidFill>
              </a:rPr>
              <a:pPr algn="ctr">
                <a:lnSpc>
                  <a:spcPct val="90000"/>
                </a:lnSpc>
                <a:spcBef>
                  <a:spcPct val="0"/>
                </a:spcBef>
                <a:spcAft>
                  <a:spcPct val="0"/>
                </a:spcAft>
              </a:pPr>
              <a:t>13.86</a:t>
            </a:fld>
            <a:endParaRPr kumimoji="1" lang="ja-JP" altLang="en-US" sz="1200" dirty="0">
              <a:solidFill>
                <a:schemeClr val="tx1"/>
              </a:solidFill>
            </a:endParaRPr>
          </a:p>
        </p:txBody>
      </p:sp>
      <p:sp>
        <p:nvSpPr>
          <p:cNvPr id="37" name="正方形/長方形 36">
            <a:extLst>
              <a:ext uri="{FF2B5EF4-FFF2-40B4-BE49-F238E27FC236}">
                <a16:creationId xmlns:a16="http://schemas.microsoft.com/office/drawing/2014/main" id="{267A2F0C-1586-30E1-0341-616FB635EC4B}"/>
              </a:ext>
            </a:extLst>
          </p:cNvPr>
          <p:cNvSpPr/>
          <p:nvPr>
            <p:custDataLst>
              <p:tags r:id="rId22"/>
            </p:custDataLst>
          </p:nvPr>
        </p:nvSpPr>
        <p:spPr bwMode="gray">
          <a:xfrm>
            <a:off x="8416925" y="197008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2F658A95-18BC-495A-AAD3-B0D7A1EB2447}" type="datetime'1''''''4''''''''''''''''''''''''.''''0''''''''''''''9'''''">
              <a:rPr lang="ja-JP" altLang="en-US" sz="1200" smtClean="0">
                <a:solidFill>
                  <a:schemeClr val="tx1"/>
                </a:solidFill>
              </a:rPr>
              <a:pPr algn="ctr">
                <a:lnSpc>
                  <a:spcPct val="90000"/>
                </a:lnSpc>
                <a:spcBef>
                  <a:spcPct val="0"/>
                </a:spcBef>
                <a:spcAft>
                  <a:spcPct val="0"/>
                </a:spcAft>
              </a:pPr>
              <a:t>14.09</a:t>
            </a:fld>
            <a:endParaRPr kumimoji="1" lang="ja-JP" altLang="en-US" sz="1200" dirty="0">
              <a:solidFill>
                <a:schemeClr val="tx1"/>
              </a:solidFill>
            </a:endParaRPr>
          </a:p>
        </p:txBody>
      </p:sp>
      <p:sp>
        <p:nvSpPr>
          <p:cNvPr id="38" name="正方形/長方形 37">
            <a:extLst>
              <a:ext uri="{FF2B5EF4-FFF2-40B4-BE49-F238E27FC236}">
                <a16:creationId xmlns:a16="http://schemas.microsoft.com/office/drawing/2014/main" id="{C98B50B5-EA8E-8FF0-48DA-4986E892E640}"/>
              </a:ext>
            </a:extLst>
          </p:cNvPr>
          <p:cNvSpPr/>
          <p:nvPr>
            <p:custDataLst>
              <p:tags r:id="rId23"/>
            </p:custDataLst>
          </p:nvPr>
        </p:nvSpPr>
        <p:spPr bwMode="gray">
          <a:xfrm>
            <a:off x="9355138" y="2014538"/>
            <a:ext cx="393700" cy="16510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b">
            <a:noAutofit/>
          </a:bodyPr>
          <a:lstStyle/>
          <a:p>
            <a:pPr algn="ctr">
              <a:lnSpc>
                <a:spcPct val="90000"/>
              </a:lnSpc>
              <a:spcBef>
                <a:spcPct val="0"/>
              </a:spcBef>
              <a:spcAft>
                <a:spcPct val="0"/>
              </a:spcAft>
            </a:pPr>
            <a:fld id="{1E914F7C-17E4-4CED-9598-1545BDD699E6}" type="datetime'''''''''''''''''13.''''''''9''''''''''''''''''''''''''''4'''''">
              <a:rPr lang="ja-JP" altLang="en-US" sz="1200" smtClean="0">
                <a:solidFill>
                  <a:schemeClr val="tx1"/>
                </a:solidFill>
              </a:rPr>
              <a:pPr algn="ctr">
                <a:lnSpc>
                  <a:spcPct val="90000"/>
                </a:lnSpc>
                <a:spcBef>
                  <a:spcPct val="0"/>
                </a:spcBef>
                <a:spcAft>
                  <a:spcPct val="0"/>
                </a:spcAft>
              </a:pPr>
              <a:t>13.94</a:t>
            </a:fld>
            <a:endParaRPr kumimoji="1" lang="ja-JP" altLang="en-US" sz="1200" dirty="0">
              <a:solidFill>
                <a:schemeClr val="tx1"/>
              </a:solidFill>
            </a:endParaRPr>
          </a:p>
        </p:txBody>
      </p:sp>
      <p:sp>
        <p:nvSpPr>
          <p:cNvPr id="13" name="正方形/長方形 12">
            <a:extLst>
              <a:ext uri="{FF2B5EF4-FFF2-40B4-BE49-F238E27FC236}">
                <a16:creationId xmlns:a16="http://schemas.microsoft.com/office/drawing/2014/main" id="{10553F1A-ED36-A3BE-0D95-92CFE347E0CB}"/>
              </a:ext>
            </a:extLst>
          </p:cNvPr>
          <p:cNvSpPr/>
          <p:nvPr>
            <p:custDataLst>
              <p:tags r:id="rId24"/>
            </p:custDataLst>
          </p:nvPr>
        </p:nvSpPr>
        <p:spPr bwMode="gray">
          <a:xfrm>
            <a:off x="954088" y="6169025"/>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D6FD5674-DB25-45B2-8B4F-4AC593AA0256}" type="datetime'''''''0''''.''''''''''''''0''''''0'''''''''''''''''''''''''''">
              <a:rPr lang="ja-JP" altLang="en-US" sz="1200" smtClean="0">
                <a:solidFill>
                  <a:schemeClr val="tx1"/>
                </a:solidFill>
                <a:effectLst/>
              </a:rPr>
              <a:pPr algn="ctr">
                <a:lnSpc>
                  <a:spcPct val="90000"/>
                </a:lnSpc>
                <a:spcBef>
                  <a:spcPct val="0"/>
                </a:spcBef>
                <a:spcAft>
                  <a:spcPct val="0"/>
                </a:spcAft>
              </a:pPr>
              <a:t>0.00</a:t>
            </a:fld>
            <a:endParaRPr kumimoji="1" lang="ja-JP" altLang="en-US" sz="1200" dirty="0">
              <a:solidFill>
                <a:schemeClr val="tx1"/>
              </a:solidFill>
            </a:endParaRPr>
          </a:p>
        </p:txBody>
      </p:sp>
      <p:sp>
        <p:nvSpPr>
          <p:cNvPr id="15" name="正方形/長方形 14">
            <a:extLst>
              <a:ext uri="{FF2B5EF4-FFF2-40B4-BE49-F238E27FC236}">
                <a16:creationId xmlns:a16="http://schemas.microsoft.com/office/drawing/2014/main" id="{349BB1EB-51CE-1C90-7F6D-0F2167314DB7}"/>
              </a:ext>
            </a:extLst>
          </p:cNvPr>
          <p:cNvSpPr/>
          <p:nvPr>
            <p:custDataLst>
              <p:tags r:id="rId25"/>
            </p:custDataLst>
          </p:nvPr>
        </p:nvSpPr>
        <p:spPr bwMode="gray">
          <a:xfrm>
            <a:off x="1892300" y="6169025"/>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99AA8772-BBD3-4BEE-90CF-6C7DC42B66BD}" type="datetime'''''''''''''''''''''''0''.''''''0''''''''''''''''''''0'">
              <a:rPr lang="ja-JP" altLang="en-US" sz="1200" smtClean="0">
                <a:solidFill>
                  <a:schemeClr val="tx1"/>
                </a:solidFill>
                <a:effectLst/>
              </a:rPr>
              <a:pPr algn="ctr">
                <a:lnSpc>
                  <a:spcPct val="90000"/>
                </a:lnSpc>
                <a:spcBef>
                  <a:spcPct val="0"/>
                </a:spcBef>
                <a:spcAft>
                  <a:spcPct val="0"/>
                </a:spcAft>
              </a:pPr>
              <a:t>0.00</a:t>
            </a:fld>
            <a:endParaRPr kumimoji="1" lang="ja-JP" altLang="en-US" sz="1200" dirty="0">
              <a:solidFill>
                <a:schemeClr val="tx1"/>
              </a:solidFill>
            </a:endParaRPr>
          </a:p>
        </p:txBody>
      </p:sp>
      <p:sp>
        <p:nvSpPr>
          <p:cNvPr id="18" name="正方形/長方形 17">
            <a:extLst>
              <a:ext uri="{FF2B5EF4-FFF2-40B4-BE49-F238E27FC236}">
                <a16:creationId xmlns:a16="http://schemas.microsoft.com/office/drawing/2014/main" id="{2AA94FF3-A890-59E2-B521-141431DD1C66}"/>
              </a:ext>
            </a:extLst>
          </p:cNvPr>
          <p:cNvSpPr/>
          <p:nvPr>
            <p:custDataLst>
              <p:tags r:id="rId26"/>
            </p:custDataLst>
          </p:nvPr>
        </p:nvSpPr>
        <p:spPr bwMode="gray">
          <a:xfrm>
            <a:off x="2830513" y="6164263"/>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65C67532-6D9E-4B12-847E-788CAB0CF7BA}" type="datetime'0''''''''''''''''.0''''''3'''">
              <a:rPr lang="ja-JP" altLang="en-US" sz="1200" smtClean="0">
                <a:solidFill>
                  <a:schemeClr val="tx1"/>
                </a:solidFill>
                <a:effectLst/>
              </a:rPr>
              <a:pPr algn="ctr">
                <a:lnSpc>
                  <a:spcPct val="90000"/>
                </a:lnSpc>
                <a:spcBef>
                  <a:spcPct val="0"/>
                </a:spcBef>
                <a:spcAft>
                  <a:spcPct val="0"/>
                </a:spcAft>
              </a:pPr>
              <a:t>0.03</a:t>
            </a:fld>
            <a:endParaRPr kumimoji="1" lang="ja-JP" altLang="en-US" sz="1200" dirty="0">
              <a:solidFill>
                <a:schemeClr val="tx1"/>
              </a:solidFill>
            </a:endParaRPr>
          </a:p>
        </p:txBody>
      </p:sp>
      <p:sp>
        <p:nvSpPr>
          <p:cNvPr id="19" name="正方形/長方形 18">
            <a:extLst>
              <a:ext uri="{FF2B5EF4-FFF2-40B4-BE49-F238E27FC236}">
                <a16:creationId xmlns:a16="http://schemas.microsoft.com/office/drawing/2014/main" id="{E221606D-6286-02AA-73EE-889075A80785}"/>
              </a:ext>
            </a:extLst>
          </p:cNvPr>
          <p:cNvSpPr/>
          <p:nvPr>
            <p:custDataLst>
              <p:tags r:id="rId27"/>
            </p:custDataLst>
          </p:nvPr>
        </p:nvSpPr>
        <p:spPr bwMode="gray">
          <a:xfrm>
            <a:off x="3767138" y="6140450"/>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E510A134-B6F3-44D5-8C76-3ABB3DEAA25E}" type="datetime'''0''.''''''''''''''''''''''2''''''''''''''''''0'''">
              <a:rPr lang="ja-JP" altLang="en-US" sz="1200" smtClean="0">
                <a:solidFill>
                  <a:schemeClr val="tx1"/>
                </a:solidFill>
                <a:effectLst/>
              </a:rPr>
              <a:pPr algn="ctr">
                <a:lnSpc>
                  <a:spcPct val="90000"/>
                </a:lnSpc>
                <a:spcBef>
                  <a:spcPct val="0"/>
                </a:spcBef>
                <a:spcAft>
                  <a:spcPct val="0"/>
                </a:spcAft>
              </a:pPr>
              <a:t>0.20</a:t>
            </a:fld>
            <a:endParaRPr kumimoji="1" lang="ja-JP" altLang="en-US" sz="1200" dirty="0">
              <a:solidFill>
                <a:schemeClr val="tx1"/>
              </a:solidFill>
            </a:endParaRPr>
          </a:p>
        </p:txBody>
      </p:sp>
      <p:sp>
        <p:nvSpPr>
          <p:cNvPr id="39" name="正方形/長方形 38">
            <a:extLst>
              <a:ext uri="{FF2B5EF4-FFF2-40B4-BE49-F238E27FC236}">
                <a16:creationId xmlns:a16="http://schemas.microsoft.com/office/drawing/2014/main" id="{F645C31A-BCCB-7556-1F71-C9B2556F1B6C}"/>
              </a:ext>
            </a:extLst>
          </p:cNvPr>
          <p:cNvSpPr/>
          <p:nvPr>
            <p:custDataLst>
              <p:tags r:id="rId28"/>
            </p:custDataLst>
          </p:nvPr>
        </p:nvSpPr>
        <p:spPr bwMode="gray">
          <a:xfrm>
            <a:off x="4705350" y="6143625"/>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FDAEFD6D-3D10-4F71-8793-FFCA587FF51D}" type="datetime'0''''''''.''''''''1''''''''''7'''">
              <a:rPr lang="ja-JP" altLang="en-US" sz="1200" smtClean="0">
                <a:solidFill>
                  <a:schemeClr val="tx1"/>
                </a:solidFill>
                <a:effectLst/>
              </a:rPr>
              <a:pPr algn="ctr">
                <a:lnSpc>
                  <a:spcPct val="90000"/>
                </a:lnSpc>
                <a:spcBef>
                  <a:spcPct val="0"/>
                </a:spcBef>
                <a:spcAft>
                  <a:spcPct val="0"/>
                </a:spcAft>
              </a:pPr>
              <a:t>0.17</a:t>
            </a:fld>
            <a:endParaRPr kumimoji="1" lang="ja-JP" altLang="en-US" sz="1200" dirty="0">
              <a:solidFill>
                <a:schemeClr val="tx1"/>
              </a:solidFill>
            </a:endParaRPr>
          </a:p>
        </p:txBody>
      </p:sp>
      <p:sp>
        <p:nvSpPr>
          <p:cNvPr id="40" name="正方形/長方形 39">
            <a:extLst>
              <a:ext uri="{FF2B5EF4-FFF2-40B4-BE49-F238E27FC236}">
                <a16:creationId xmlns:a16="http://schemas.microsoft.com/office/drawing/2014/main" id="{32E7B603-7B57-7C0A-16DA-ADBEDC2C55CB}"/>
              </a:ext>
            </a:extLst>
          </p:cNvPr>
          <p:cNvSpPr/>
          <p:nvPr>
            <p:custDataLst>
              <p:tags r:id="rId29"/>
            </p:custDataLst>
          </p:nvPr>
        </p:nvSpPr>
        <p:spPr bwMode="gray">
          <a:xfrm>
            <a:off x="5643563" y="6132513"/>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1654CA6F-0501-4DB0-882E-78B23504D476}" type="datetime'''''''''''0''.''2''''''''''''''''5'''''''''''''''''">
              <a:rPr lang="ja-JP" altLang="en-US" sz="1200" smtClean="0">
                <a:solidFill>
                  <a:schemeClr val="tx1"/>
                </a:solidFill>
                <a:effectLst/>
              </a:rPr>
              <a:pPr algn="ctr">
                <a:lnSpc>
                  <a:spcPct val="90000"/>
                </a:lnSpc>
                <a:spcBef>
                  <a:spcPct val="0"/>
                </a:spcBef>
                <a:spcAft>
                  <a:spcPct val="0"/>
                </a:spcAft>
              </a:pPr>
              <a:t>0.25</a:t>
            </a:fld>
            <a:endParaRPr kumimoji="1" lang="ja-JP" altLang="en-US" sz="1200" dirty="0">
              <a:solidFill>
                <a:schemeClr val="tx1"/>
              </a:solidFill>
            </a:endParaRPr>
          </a:p>
        </p:txBody>
      </p:sp>
      <p:sp>
        <p:nvSpPr>
          <p:cNvPr id="41" name="正方形/長方形 40">
            <a:extLst>
              <a:ext uri="{FF2B5EF4-FFF2-40B4-BE49-F238E27FC236}">
                <a16:creationId xmlns:a16="http://schemas.microsoft.com/office/drawing/2014/main" id="{4CFEE9B2-2375-CE7C-59DA-D14C52B4DCCF}"/>
              </a:ext>
            </a:extLst>
          </p:cNvPr>
          <p:cNvSpPr/>
          <p:nvPr>
            <p:custDataLst>
              <p:tags r:id="rId30"/>
            </p:custDataLst>
          </p:nvPr>
        </p:nvSpPr>
        <p:spPr bwMode="gray">
          <a:xfrm>
            <a:off x="6581775" y="6134100"/>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6A8C8826-9783-4A56-98A1-94474741F3BD}" type="datetime'''''''''''0.''''2''''''''''4'''">
              <a:rPr lang="ja-JP" altLang="en-US" sz="1200" smtClean="0">
                <a:solidFill>
                  <a:schemeClr val="tx1"/>
                </a:solidFill>
                <a:effectLst/>
              </a:rPr>
              <a:pPr algn="ctr">
                <a:lnSpc>
                  <a:spcPct val="90000"/>
                </a:lnSpc>
                <a:spcBef>
                  <a:spcPct val="0"/>
                </a:spcBef>
                <a:spcAft>
                  <a:spcPct val="0"/>
                </a:spcAft>
              </a:pPr>
              <a:t>0.24</a:t>
            </a:fld>
            <a:endParaRPr kumimoji="1" lang="ja-JP" altLang="en-US" sz="1200" dirty="0">
              <a:solidFill>
                <a:schemeClr val="tx1"/>
              </a:solidFill>
            </a:endParaRPr>
          </a:p>
        </p:txBody>
      </p:sp>
      <p:sp>
        <p:nvSpPr>
          <p:cNvPr id="42" name="正方形/長方形 41">
            <a:extLst>
              <a:ext uri="{FF2B5EF4-FFF2-40B4-BE49-F238E27FC236}">
                <a16:creationId xmlns:a16="http://schemas.microsoft.com/office/drawing/2014/main" id="{E2367615-33D0-AB6A-1504-562492392C48}"/>
              </a:ext>
            </a:extLst>
          </p:cNvPr>
          <p:cNvSpPr/>
          <p:nvPr>
            <p:custDataLst>
              <p:tags r:id="rId31"/>
            </p:custDataLst>
          </p:nvPr>
        </p:nvSpPr>
        <p:spPr bwMode="gray">
          <a:xfrm>
            <a:off x="8456613" y="6113463"/>
            <a:ext cx="315913" cy="165100"/>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2225" tIns="0" rIns="22225" bIns="0" rtlCol="0" anchor="ctr">
            <a:noAutofit/>
          </a:bodyPr>
          <a:lstStyle/>
          <a:p>
            <a:pPr algn="ctr">
              <a:lnSpc>
                <a:spcPct val="90000"/>
              </a:lnSpc>
              <a:spcBef>
                <a:spcPct val="0"/>
              </a:spcBef>
              <a:spcAft>
                <a:spcPct val="0"/>
              </a:spcAft>
            </a:pPr>
            <a:fld id="{4AA24A07-5EC7-46AA-8931-2885FFBF5DBC}" type="datetime'''''0''''''''''''.''''''''''''''''3''8'''''''''''''''">
              <a:rPr lang="ja-JP" altLang="en-US" sz="1200" smtClean="0">
                <a:solidFill>
                  <a:schemeClr val="tx1"/>
                </a:solidFill>
                <a:effectLst/>
              </a:rPr>
              <a:pPr algn="ctr">
                <a:lnSpc>
                  <a:spcPct val="90000"/>
                </a:lnSpc>
                <a:spcBef>
                  <a:spcPct val="0"/>
                </a:spcBef>
                <a:spcAft>
                  <a:spcPct val="0"/>
                </a:spcAft>
              </a:pPr>
              <a:t>0.38</a:t>
            </a:fld>
            <a:endParaRPr kumimoji="1" lang="ja-JP" altLang="en-US" sz="1200" dirty="0">
              <a:solidFill>
                <a:schemeClr val="tx1"/>
              </a:solidFill>
            </a:endParaRPr>
          </a:p>
        </p:txBody>
      </p:sp>
      <p:sp>
        <p:nvSpPr>
          <p:cNvPr id="301" name="正方形/長方形 300">
            <a:extLst>
              <a:ext uri="{FF2B5EF4-FFF2-40B4-BE49-F238E27FC236}">
                <a16:creationId xmlns:a16="http://schemas.microsoft.com/office/drawing/2014/main" id="{7C3D7076-1386-E842-99E1-1D57A52818C3}"/>
              </a:ext>
            </a:extLst>
          </p:cNvPr>
          <p:cNvSpPr/>
          <p:nvPr>
            <p:custDataLst>
              <p:tags r:id="rId32"/>
            </p:custDataLst>
          </p:nvPr>
        </p:nvSpPr>
        <p:spPr bwMode="auto">
          <a:xfrm>
            <a:off x="10093325" y="1658938"/>
            <a:ext cx="250825" cy="18732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2" name="正方形/長方形 301">
            <a:extLst>
              <a:ext uri="{FF2B5EF4-FFF2-40B4-BE49-F238E27FC236}">
                <a16:creationId xmlns:a16="http://schemas.microsoft.com/office/drawing/2014/main" id="{6625B453-4695-E284-AE34-8E96CCE92D5D}"/>
              </a:ext>
            </a:extLst>
          </p:cNvPr>
          <p:cNvSpPr/>
          <p:nvPr>
            <p:custDataLst>
              <p:tags r:id="rId33"/>
            </p:custDataLst>
          </p:nvPr>
        </p:nvSpPr>
        <p:spPr bwMode="auto">
          <a:xfrm>
            <a:off x="10093325" y="1944688"/>
            <a:ext cx="250825" cy="187325"/>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3" name="正方形/長方形 302">
            <a:extLst>
              <a:ext uri="{FF2B5EF4-FFF2-40B4-BE49-F238E27FC236}">
                <a16:creationId xmlns:a16="http://schemas.microsoft.com/office/drawing/2014/main" id="{94C55C89-B4FE-836C-47BB-80BCF5B3621A}"/>
              </a:ext>
            </a:extLst>
          </p:cNvPr>
          <p:cNvSpPr/>
          <p:nvPr>
            <p:custDataLst>
              <p:tags r:id="rId34"/>
            </p:custDataLst>
          </p:nvPr>
        </p:nvSpPr>
        <p:spPr bwMode="auto">
          <a:xfrm>
            <a:off x="10093325" y="2230438"/>
            <a:ext cx="250825" cy="187325"/>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304" name="正方形/長方形 303">
            <a:extLst>
              <a:ext uri="{FF2B5EF4-FFF2-40B4-BE49-F238E27FC236}">
                <a16:creationId xmlns:a16="http://schemas.microsoft.com/office/drawing/2014/main" id="{85E49A9B-C30E-84EE-C8C4-62FC12D668A6}"/>
              </a:ext>
            </a:extLst>
          </p:cNvPr>
          <p:cNvSpPr/>
          <p:nvPr>
            <p:custDataLst>
              <p:tags r:id="rId35"/>
            </p:custDataLst>
          </p:nvPr>
        </p:nvSpPr>
        <p:spPr bwMode="auto">
          <a:xfrm>
            <a:off x="10093325" y="2516188"/>
            <a:ext cx="250825" cy="187325"/>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10" name="正方形/長方形 9">
            <a:extLst>
              <a:ext uri="{FF2B5EF4-FFF2-40B4-BE49-F238E27FC236}">
                <a16:creationId xmlns:a16="http://schemas.microsoft.com/office/drawing/2014/main" id="{B335F724-3D0F-20B2-8644-661954F92723}"/>
              </a:ext>
            </a:extLst>
          </p:cNvPr>
          <p:cNvSpPr/>
          <p:nvPr>
            <p:custDataLst>
              <p:tags r:id="rId36"/>
            </p:custDataLst>
          </p:nvPr>
        </p:nvSpPr>
        <p:spPr bwMode="auto">
          <a:xfrm>
            <a:off x="10394950" y="1638300"/>
            <a:ext cx="8890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8B67BF88-9E99-4A16-9877-1A303A638532}" type="datetime'''''''''''''''''エ''リ''''''''''''''''''''ア需''''''''''''''''''要'">
              <a:rPr lang="ja-JP" altLang="en-US" sz="1400" smtClean="0">
                <a:solidFill>
                  <a:schemeClr val="tx1"/>
                </a:solidFill>
              </a:rPr>
              <a:pPr/>
              <a:t>エリア需要</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00CFB085-BAB7-B52D-C561-57A4D18274D7}"/>
              </a:ext>
            </a:extLst>
          </p:cNvPr>
          <p:cNvSpPr/>
          <p:nvPr>
            <p:custDataLst>
              <p:tags r:id="rId37"/>
            </p:custDataLst>
          </p:nvPr>
        </p:nvSpPr>
        <p:spPr bwMode="auto">
          <a:xfrm>
            <a:off x="10394950" y="1924050"/>
            <a:ext cx="1462088"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438AE8B3-726B-4808-A6D2-17D43C854650}" type="datetime'''''''揚''''水''''''''''''''''''''''・''''''''蓄電池'' 充''''''''電'''">
              <a:rPr lang="ja-JP" altLang="en-US" sz="1400" smtClean="0">
                <a:solidFill>
                  <a:schemeClr val="tx1"/>
                </a:solidFill>
              </a:rPr>
              <a:pPr/>
              <a:t>揚水・蓄電池 充電</a:t>
            </a:fld>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05972403-6245-BF36-9F99-BB050A8E3585}"/>
              </a:ext>
            </a:extLst>
          </p:cNvPr>
          <p:cNvSpPr/>
          <p:nvPr>
            <p:custDataLst>
              <p:tags r:id="rId38"/>
            </p:custDataLst>
          </p:nvPr>
        </p:nvSpPr>
        <p:spPr bwMode="auto">
          <a:xfrm>
            <a:off x="10394950" y="2209800"/>
            <a:ext cx="7112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14C23703-E65A-436B-AC8D-B03873F0937F}" type="datetime'''''''''''''''''''''''''域''外''''''''''''''送''''''''''''''電'">
              <a:rPr lang="ja-JP" altLang="en-US" sz="1400" smtClean="0">
                <a:solidFill>
                  <a:schemeClr val="tx1"/>
                </a:solidFill>
              </a:rPr>
              <a:pPr/>
              <a:t>域外送電</a:t>
            </a:fld>
            <a:endParaRPr kumimoji="1" lang="ja-JP" altLang="en-US" sz="1400" dirty="0">
              <a:solidFill>
                <a:schemeClr val="tx1"/>
              </a:solidFill>
            </a:endParaRPr>
          </a:p>
        </p:txBody>
      </p:sp>
      <p:sp>
        <p:nvSpPr>
          <p:cNvPr id="28" name="正方形/長方形 27">
            <a:extLst>
              <a:ext uri="{FF2B5EF4-FFF2-40B4-BE49-F238E27FC236}">
                <a16:creationId xmlns:a16="http://schemas.microsoft.com/office/drawing/2014/main" id="{44C8DDBF-AEF5-38EA-D11A-F1EE1C96376E}"/>
              </a:ext>
            </a:extLst>
          </p:cNvPr>
          <p:cNvSpPr/>
          <p:nvPr>
            <p:custDataLst>
              <p:tags r:id="rId39"/>
            </p:custDataLst>
          </p:nvPr>
        </p:nvSpPr>
        <p:spPr bwMode="auto">
          <a:xfrm>
            <a:off x="10394950" y="2495550"/>
            <a:ext cx="71120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804EC8E8-5DB4-440E-843C-392D57B0E325}" type="datetime'''出''''''''''''''''力''制''''''''''''''''''''''''御'''">
              <a:rPr lang="ja-JP" altLang="en-US" sz="1400" smtClean="0">
                <a:solidFill>
                  <a:schemeClr val="tx1"/>
                </a:solidFill>
              </a:rPr>
              <a:pPr/>
              <a:t>出力制御</a:t>
            </a:fld>
            <a:endParaRPr kumimoji="1" lang="ja-JP" altLang="en-US" sz="1400" dirty="0">
              <a:solidFill>
                <a:schemeClr val="tx1"/>
              </a:solidFill>
            </a:endParaRPr>
          </a:p>
        </p:txBody>
      </p:sp>
      <p:sp>
        <p:nvSpPr>
          <p:cNvPr id="49" name="テキスト ボックス 48">
            <a:extLst>
              <a:ext uri="{FF2B5EF4-FFF2-40B4-BE49-F238E27FC236}">
                <a16:creationId xmlns:a16="http://schemas.microsoft.com/office/drawing/2014/main" id="{533DAFD7-D762-6FCB-C8B4-799D7D70A1AA}"/>
              </a:ext>
            </a:extLst>
          </p:cNvPr>
          <p:cNvSpPr txBox="1"/>
          <p:nvPr/>
        </p:nvSpPr>
        <p:spPr>
          <a:xfrm>
            <a:off x="334961" y="980856"/>
            <a:ext cx="11024338" cy="646331"/>
          </a:xfrm>
          <a:prstGeom prst="rect">
            <a:avLst/>
          </a:prstGeom>
          <a:noFill/>
        </p:spPr>
        <p:txBody>
          <a:bodyPr wrap="square">
            <a:spAutoFit/>
          </a:bodyPr>
          <a:lstStyle/>
          <a:p>
            <a:pPr rtl="0">
              <a:buNone/>
            </a:pPr>
            <a:r>
              <a:rPr lang="en-US" altLang="ja-JP" dirty="0">
                <a:latin typeface="+mn-ea"/>
              </a:rPr>
              <a:t>FY23</a:t>
            </a:r>
            <a:r>
              <a:rPr lang="ja-JP" altLang="en-US" dirty="0">
                <a:latin typeface="+mn-ea"/>
              </a:rPr>
              <a:t>までエリア内需要は横ばいだったが</a:t>
            </a:r>
            <a:r>
              <a:rPr lang="en-US" altLang="ja-JP" dirty="0">
                <a:latin typeface="+mn-ea"/>
              </a:rPr>
              <a:t>FY24</a:t>
            </a:r>
            <a:r>
              <a:rPr lang="ja-JP" altLang="en-US" dirty="0">
                <a:latin typeface="+mn-ea"/>
              </a:rPr>
              <a:t>に</a:t>
            </a:r>
            <a:r>
              <a:rPr lang="en-US" altLang="ja-JP" dirty="0">
                <a:latin typeface="+mn-ea"/>
              </a:rPr>
              <a:t>500MW</a:t>
            </a:r>
            <a:r>
              <a:rPr lang="ja-JP" altLang="en-US" dirty="0">
                <a:latin typeface="+mn-ea"/>
              </a:rPr>
              <a:t>弱増大（おそらく</a:t>
            </a:r>
            <a:r>
              <a:rPr lang="en-US" altLang="ja-JP" dirty="0">
                <a:latin typeface="+mn-ea"/>
              </a:rPr>
              <a:t>TSMC</a:t>
            </a:r>
            <a:r>
              <a:rPr lang="ja-JP" altLang="en-US" dirty="0">
                <a:latin typeface="+mn-ea"/>
              </a:rPr>
              <a:t>新工場の影響）。</a:t>
            </a:r>
            <a:endParaRPr lang="en-US" altLang="ja-JP" dirty="0">
              <a:latin typeface="+mn-ea"/>
            </a:endParaRPr>
          </a:p>
          <a:p>
            <a:pPr rtl="0">
              <a:buNone/>
            </a:pPr>
            <a:r>
              <a:rPr lang="ja-JP" altLang="en-US" dirty="0"/>
              <a:t>需要サイドから見ても太陽光増加をエリア需要の増加が吸収しているように見える。</a:t>
            </a:r>
          </a:p>
        </p:txBody>
      </p:sp>
    </p:spTree>
    <p:extLst>
      <p:ext uri="{BB962C8B-B14F-4D97-AF65-F5344CB8AC3E}">
        <p14:creationId xmlns:p14="http://schemas.microsoft.com/office/powerpoint/2010/main" val="624293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1E176F9-CE58-F678-B09B-DD568AD91BD5}"/>
              </a:ext>
            </a:extLst>
          </p:cNvPr>
          <p:cNvGraphicFramePr>
            <a:graphicFrameLocks/>
          </p:cNvGraphicFramePr>
          <p:nvPr>
            <p:custDataLst>
              <p:tags r:id="rId1"/>
            </p:custDataLst>
            <p:extLst>
              <p:ext uri="{D42A27DB-BD31-4B8C-83A1-F6EECF244321}">
                <p14:modId xmlns:p14="http://schemas.microsoft.com/office/powerpoint/2010/main" val="3985837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3" imgW="404" imgH="405" progId="TCLayout.ActiveDocument.1">
                  <p:embed/>
                </p:oleObj>
              </mc:Choice>
              <mc:Fallback>
                <p:oleObj name="think-cellスライド" r:id="rId33" imgW="404" imgH="405" progId="TCLayout.ActiveDocument.1">
                  <p:embed/>
                  <p:pic>
                    <p:nvPicPr>
                      <p:cNvPr id="0" name=""/>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コンテンツ プレースホルダー 1">
            <a:extLst>
              <a:ext uri="{FF2B5EF4-FFF2-40B4-BE49-F238E27FC236}">
                <a16:creationId xmlns:a16="http://schemas.microsoft.com/office/drawing/2014/main" id="{9FC1C732-5357-AE4C-2FC6-C2EF3D6BAA66}"/>
              </a:ext>
            </a:extLst>
          </p:cNvPr>
          <p:cNvSpPr>
            <a:spLocks noGrp="1"/>
          </p:cNvSpPr>
          <p:nvPr>
            <p:ph idx="1"/>
          </p:nvPr>
        </p:nvSpPr>
        <p:spPr/>
        <p:txBody>
          <a:bodyPr/>
          <a:lstStyle/>
          <a:p>
            <a:r>
              <a:rPr lang="ja-JP" altLang="en-US" b="1" dirty="0"/>
              <a:t>スプレッド縮小の要因解明（</a:t>
            </a:r>
            <a:r>
              <a:rPr kumimoji="1" lang="ja-JP" altLang="en-US" b="1" dirty="0"/>
              <a:t>揚水発電運用の変化）</a:t>
            </a:r>
          </a:p>
        </p:txBody>
      </p:sp>
      <p:sp>
        <p:nvSpPr>
          <p:cNvPr id="3" name="スライド番号プレースホルダー 2">
            <a:extLst>
              <a:ext uri="{FF2B5EF4-FFF2-40B4-BE49-F238E27FC236}">
                <a16:creationId xmlns:a16="http://schemas.microsoft.com/office/drawing/2014/main" id="{FABDA388-6564-4305-D431-369C51F404B5}"/>
              </a:ext>
            </a:extLst>
          </p:cNvPr>
          <p:cNvSpPr>
            <a:spLocks noGrp="1"/>
          </p:cNvSpPr>
          <p:nvPr>
            <p:ph type="sldNum" sz="quarter" idx="12"/>
          </p:nvPr>
        </p:nvSpPr>
        <p:spPr/>
        <p:txBody>
          <a:bodyPr/>
          <a:lstStyle/>
          <a:p>
            <a:fld id="{3B09FD7E-EA79-4AC9-B47C-47EE1A48B026}" type="slidenum">
              <a:rPr kumimoji="1" lang="ja-JP" altLang="en-US" smtClean="0"/>
              <a:t>12</a:t>
            </a:fld>
            <a:endParaRPr kumimoji="1" lang="ja-JP" altLang="en-US"/>
          </a:p>
        </p:txBody>
      </p:sp>
      <p:sp>
        <p:nvSpPr>
          <p:cNvPr id="4" name="タイトル 3">
            <a:extLst>
              <a:ext uri="{FF2B5EF4-FFF2-40B4-BE49-F238E27FC236}">
                <a16:creationId xmlns:a16="http://schemas.microsoft.com/office/drawing/2014/main" id="{3A055948-9BB3-ABC0-E218-4785DC2619D3}"/>
              </a:ext>
            </a:extLst>
          </p:cNvPr>
          <p:cNvSpPr>
            <a:spLocks noGrp="1"/>
          </p:cNvSpPr>
          <p:nvPr>
            <p:ph type="title"/>
          </p:nvPr>
        </p:nvSpPr>
        <p:spPr/>
        <p:txBody>
          <a:bodyPr/>
          <a:lstStyle/>
          <a:p>
            <a:endParaRPr kumimoji="1" lang="ja-JP" altLang="en-US"/>
          </a:p>
        </p:txBody>
      </p:sp>
      <p:graphicFrame>
        <p:nvGraphicFramePr>
          <p:cNvPr id="137" name="Chart 3">
            <a:extLst>
              <a:ext uri="{FF2B5EF4-FFF2-40B4-BE49-F238E27FC236}">
                <a16:creationId xmlns:a16="http://schemas.microsoft.com/office/drawing/2014/main" id="{BF21B2D6-E40E-E530-7867-C2C6D61EB406}"/>
              </a:ext>
            </a:extLst>
          </p:cNvPr>
          <p:cNvGraphicFramePr/>
          <p:nvPr>
            <p:custDataLst>
              <p:tags r:id="rId2"/>
            </p:custDataLst>
            <p:extLst>
              <p:ext uri="{D42A27DB-BD31-4B8C-83A1-F6EECF244321}">
                <p14:modId xmlns:p14="http://schemas.microsoft.com/office/powerpoint/2010/main" val="1952492831"/>
              </p:ext>
            </p:extLst>
          </p:nvPr>
        </p:nvGraphicFramePr>
        <p:xfrm>
          <a:off x="588963" y="1766888"/>
          <a:ext cx="6049962" cy="4506912"/>
        </p:xfrm>
        <a:graphic>
          <a:graphicData uri="http://schemas.openxmlformats.org/drawingml/2006/chart">
            <c:chart xmlns:c="http://schemas.openxmlformats.org/drawingml/2006/chart" xmlns:r="http://schemas.openxmlformats.org/officeDocument/2006/relationships" r:id="rId35"/>
          </a:graphicData>
        </a:graphic>
      </p:graphicFrame>
      <p:sp>
        <p:nvSpPr>
          <p:cNvPr id="22" name="正方形/長方形 21">
            <a:extLst>
              <a:ext uri="{FF2B5EF4-FFF2-40B4-BE49-F238E27FC236}">
                <a16:creationId xmlns:a16="http://schemas.microsoft.com/office/drawing/2014/main" id="{4A327F29-9EBF-B294-84C0-403AB92B35BA}"/>
              </a:ext>
            </a:extLst>
          </p:cNvPr>
          <p:cNvSpPr/>
          <p:nvPr>
            <p:custDataLst>
              <p:tags r:id="rId3"/>
            </p:custDataLst>
          </p:nvPr>
        </p:nvSpPr>
        <p:spPr bwMode="auto">
          <a:xfrm>
            <a:off x="334963" y="2822575"/>
            <a:ext cx="234950" cy="2093913"/>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r>
              <a:rPr lang="ja-JP" altLang="en-US" sz="1400" b="1" spc="-1" dirty="0">
                <a:solidFill>
                  <a:srgbClr val="000000"/>
                </a:solidFill>
                <a:latin typeface="Calibri"/>
              </a:rPr>
              <a:t>充電（汲み上げ）平均</a:t>
            </a:r>
            <a:r>
              <a:rPr lang="en-US" altLang="ja-JP" sz="1400" b="1" spc="-1" dirty="0">
                <a:solidFill>
                  <a:srgbClr val="000000"/>
                </a:solidFill>
                <a:latin typeface="Calibri"/>
              </a:rPr>
              <a:t>MW</a:t>
            </a:r>
          </a:p>
        </p:txBody>
      </p:sp>
      <p:cxnSp>
        <p:nvCxnSpPr>
          <p:cNvPr id="32" name="直線コネクタ 31">
            <a:extLst>
              <a:ext uri="{FF2B5EF4-FFF2-40B4-BE49-F238E27FC236}">
                <a16:creationId xmlns:a16="http://schemas.microsoft.com/office/drawing/2014/main" id="{6345A429-4959-DFFD-B3B5-E9A58177A7A5}"/>
              </a:ext>
            </a:extLst>
          </p:cNvPr>
          <p:cNvCxnSpPr/>
          <p:nvPr>
            <p:custDataLst>
              <p:tags r:id="rId4"/>
            </p:custDataLst>
          </p:nvPr>
        </p:nvCxnSpPr>
        <p:spPr bwMode="gray">
          <a:xfrm>
            <a:off x="5014913" y="2159000"/>
            <a:ext cx="231775" cy="0"/>
          </a:xfrm>
          <a:prstGeom prst="line">
            <a:avLst/>
          </a:prstGeom>
          <a:ln w="19050"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FB058C93-FB39-2DEC-1EDB-C994EE5E21F6}"/>
              </a:ext>
            </a:extLst>
          </p:cNvPr>
          <p:cNvCxnSpPr/>
          <p:nvPr>
            <p:custDataLst>
              <p:tags r:id="rId5"/>
            </p:custDataLst>
          </p:nvPr>
        </p:nvCxnSpPr>
        <p:spPr bwMode="gray">
          <a:xfrm>
            <a:off x="5014913" y="2444750"/>
            <a:ext cx="231775"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0E779501-686B-079B-E33C-609AF6D3AE8E}"/>
              </a:ext>
            </a:extLst>
          </p:cNvPr>
          <p:cNvCxnSpPr/>
          <p:nvPr>
            <p:custDataLst>
              <p:tags r:id="rId6"/>
            </p:custDataLst>
          </p:nvPr>
        </p:nvCxnSpPr>
        <p:spPr bwMode="gray">
          <a:xfrm>
            <a:off x="5014913" y="2730500"/>
            <a:ext cx="231775" cy="0"/>
          </a:xfrm>
          <a:prstGeom prst="line">
            <a:avLst/>
          </a:prstGeom>
          <a:ln w="19050" cap="rnd" cmpd="sng" algn="ctr">
            <a:solidFill>
              <a:schemeClr val="accent3"/>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919C2EB7-FA84-FCAC-8517-4B6D43643BAC}"/>
              </a:ext>
            </a:extLst>
          </p:cNvPr>
          <p:cNvCxnSpPr/>
          <p:nvPr>
            <p:custDataLst>
              <p:tags r:id="rId7"/>
            </p:custDataLst>
          </p:nvPr>
        </p:nvCxnSpPr>
        <p:spPr bwMode="gray">
          <a:xfrm>
            <a:off x="5014913" y="3016250"/>
            <a:ext cx="231775" cy="0"/>
          </a:xfrm>
          <a:prstGeom prst="line">
            <a:avLst/>
          </a:prstGeom>
          <a:ln w="19050" cap="rnd" cmpd="sng" algn="ctr">
            <a:solidFill>
              <a:schemeClr val="accent4"/>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正方形/長方形 5">
            <a:extLst>
              <a:ext uri="{FF2B5EF4-FFF2-40B4-BE49-F238E27FC236}">
                <a16:creationId xmlns:a16="http://schemas.microsoft.com/office/drawing/2014/main" id="{861729E8-BF95-6E0E-FE86-408A72C1457C}"/>
              </a:ext>
            </a:extLst>
          </p:cNvPr>
          <p:cNvSpPr/>
          <p:nvPr>
            <p:custDataLst>
              <p:tags r:id="rId8"/>
            </p:custDataLst>
          </p:nvPr>
        </p:nvSpPr>
        <p:spPr bwMode="auto">
          <a:xfrm>
            <a:off x="5307013" y="2044700"/>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A86072CC-06FF-47F8-A0C4-811224FCE0A3}" type="datetime'''''''''''FY''''''''''''''''''''20''''''''16'''''">
              <a:rPr lang="ja-JP" altLang="en-US" sz="1400" smtClean="0">
                <a:solidFill>
                  <a:schemeClr val="tx1"/>
                </a:solidFill>
              </a:rPr>
              <a:pPr>
                <a:lnSpc>
                  <a:spcPct val="110000"/>
                </a:lnSpc>
                <a:spcBef>
                  <a:spcPct val="0"/>
                </a:spcBef>
                <a:spcAft>
                  <a:spcPct val="0"/>
                </a:spcAft>
              </a:pPr>
              <a:t>FY2016</a:t>
            </a:fld>
            <a:endParaRPr kumimoji="1" lang="ja-JP" altLang="en-US" sz="1400" dirty="0">
              <a:solidFill>
                <a:schemeClr val="tx1"/>
              </a:solidFill>
            </a:endParaRPr>
          </a:p>
        </p:txBody>
      </p:sp>
      <p:sp>
        <p:nvSpPr>
          <p:cNvPr id="8" name="正方形/長方形 7">
            <a:extLst>
              <a:ext uri="{FF2B5EF4-FFF2-40B4-BE49-F238E27FC236}">
                <a16:creationId xmlns:a16="http://schemas.microsoft.com/office/drawing/2014/main" id="{05974CB9-EF64-D2FC-A983-1B90D210BBB2}"/>
              </a:ext>
            </a:extLst>
          </p:cNvPr>
          <p:cNvSpPr/>
          <p:nvPr>
            <p:custDataLst>
              <p:tags r:id="rId9"/>
            </p:custDataLst>
          </p:nvPr>
        </p:nvSpPr>
        <p:spPr bwMode="auto">
          <a:xfrm>
            <a:off x="5307013" y="2330450"/>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7235AE98-C59E-4B2C-8AC0-E467FF6ADF2D}" type="datetime'F''''''''''''Y2''''''''''''''01''''''''''9'''''''''''''''''''">
              <a:rPr lang="ja-JP" altLang="en-US" sz="1400" smtClean="0">
                <a:solidFill>
                  <a:schemeClr val="tx1"/>
                </a:solidFill>
              </a:rPr>
              <a:pPr>
                <a:lnSpc>
                  <a:spcPct val="110000"/>
                </a:lnSpc>
                <a:spcBef>
                  <a:spcPct val="0"/>
                </a:spcBef>
                <a:spcAft>
                  <a:spcPct val="0"/>
                </a:spcAft>
              </a:pPr>
              <a:t>FY2019</a:t>
            </a:fld>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10A88B54-A8F5-EC6F-57E5-EC45C918827C}"/>
              </a:ext>
            </a:extLst>
          </p:cNvPr>
          <p:cNvSpPr/>
          <p:nvPr>
            <p:custDataLst>
              <p:tags r:id="rId10"/>
            </p:custDataLst>
          </p:nvPr>
        </p:nvSpPr>
        <p:spPr bwMode="auto">
          <a:xfrm>
            <a:off x="5307013" y="2616200"/>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6FE23C63-B53C-412E-A985-F66ECEA1644E}" type="datetime'''''F''''''''''''Y''''2''''''''''''''''''''''''''''''02''2'">
              <a:rPr lang="ja-JP" altLang="en-US" sz="1400" smtClean="0">
                <a:solidFill>
                  <a:schemeClr val="tx1"/>
                </a:solidFill>
              </a:rPr>
              <a:pPr/>
              <a:t>FY2022</a:t>
            </a:fld>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EFC17274-B7FA-6752-1119-2B6E349FB6DB}"/>
              </a:ext>
            </a:extLst>
          </p:cNvPr>
          <p:cNvSpPr/>
          <p:nvPr>
            <p:custDataLst>
              <p:tags r:id="rId11"/>
            </p:custDataLst>
          </p:nvPr>
        </p:nvSpPr>
        <p:spPr bwMode="auto">
          <a:xfrm>
            <a:off x="5307013" y="2901950"/>
            <a:ext cx="530225"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CA010AB2-85B2-4D0C-8409-1B7CD61B733B}" type="datetime'''''F''''''''''Y''202''''''5'''''''''''''''''''''''''">
              <a:rPr lang="ja-JP" altLang="en-US" sz="1400" smtClean="0">
                <a:solidFill>
                  <a:schemeClr val="tx1"/>
                </a:solidFill>
              </a:rPr>
              <a:pPr/>
              <a:t>FY2025</a:t>
            </a:fld>
            <a:endParaRPr kumimoji="1" lang="ja-JP" altLang="en-US" sz="1400" dirty="0">
              <a:solidFill>
                <a:schemeClr val="tx1"/>
              </a:solidFill>
            </a:endParaRPr>
          </a:p>
        </p:txBody>
      </p:sp>
      <p:graphicFrame>
        <p:nvGraphicFramePr>
          <p:cNvPr id="138" name="Chart 3">
            <a:extLst>
              <a:ext uri="{FF2B5EF4-FFF2-40B4-BE49-F238E27FC236}">
                <a16:creationId xmlns:a16="http://schemas.microsoft.com/office/drawing/2014/main" id="{B6079FA1-F10C-D452-CD1A-B81D0490DD02}"/>
              </a:ext>
            </a:extLst>
          </p:cNvPr>
          <p:cNvGraphicFramePr/>
          <p:nvPr>
            <p:custDataLst>
              <p:tags r:id="rId12"/>
            </p:custDataLst>
            <p:extLst>
              <p:ext uri="{D42A27DB-BD31-4B8C-83A1-F6EECF244321}">
                <p14:modId xmlns:p14="http://schemas.microsoft.com/office/powerpoint/2010/main" val="1651758576"/>
              </p:ext>
            </p:extLst>
          </p:nvPr>
        </p:nvGraphicFramePr>
        <p:xfrm>
          <a:off x="6657975" y="1757363"/>
          <a:ext cx="5219700" cy="4021137"/>
        </p:xfrm>
        <a:graphic>
          <a:graphicData uri="http://schemas.openxmlformats.org/drawingml/2006/chart">
            <c:chart xmlns:c="http://schemas.openxmlformats.org/drawingml/2006/chart" xmlns:r="http://schemas.openxmlformats.org/officeDocument/2006/relationships" r:id="rId36"/>
          </a:graphicData>
        </a:graphic>
      </p:graphicFrame>
      <p:sp>
        <p:nvSpPr>
          <p:cNvPr id="121" name="正方形/長方形 120">
            <a:extLst>
              <a:ext uri="{FF2B5EF4-FFF2-40B4-BE49-F238E27FC236}">
                <a16:creationId xmlns:a16="http://schemas.microsoft.com/office/drawing/2014/main" id="{A5181FFD-5AC6-D4ED-C058-4732D13E8405}"/>
              </a:ext>
            </a:extLst>
          </p:cNvPr>
          <p:cNvSpPr/>
          <p:nvPr>
            <p:custDataLst>
              <p:tags r:id="rId13"/>
            </p:custDataLst>
          </p:nvPr>
        </p:nvSpPr>
        <p:spPr bwMode="auto">
          <a:xfrm>
            <a:off x="6403975" y="3214688"/>
            <a:ext cx="234950" cy="1106488"/>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b">
            <a:noAutofit/>
          </a:bodyPr>
          <a:lstStyle/>
          <a:p>
            <a:pPr algn="ctr">
              <a:lnSpc>
                <a:spcPct val="110000"/>
              </a:lnSpc>
              <a:spcBef>
                <a:spcPct val="0"/>
              </a:spcBef>
              <a:spcAft>
                <a:spcPct val="0"/>
              </a:spcAft>
            </a:pPr>
            <a:r>
              <a:rPr lang="ja-JP" altLang="en-US" sz="1400" b="1" spc="-1" dirty="0">
                <a:solidFill>
                  <a:srgbClr val="000000"/>
                </a:solidFill>
                <a:latin typeface="Calibri"/>
              </a:rPr>
              <a:t>充電 平均 </a:t>
            </a:r>
            <a:r>
              <a:rPr lang="en-US" altLang="ja-JP" sz="1400" b="1" spc="-1" dirty="0">
                <a:solidFill>
                  <a:srgbClr val="000000"/>
                </a:solidFill>
                <a:latin typeface="Calibri"/>
              </a:rPr>
              <a:t>MW</a:t>
            </a:r>
          </a:p>
        </p:txBody>
      </p:sp>
      <p:sp useBgFill="1">
        <p:nvSpPr>
          <p:cNvPr id="89" name="正方形/長方形 88">
            <a:extLst>
              <a:ext uri="{FF2B5EF4-FFF2-40B4-BE49-F238E27FC236}">
                <a16:creationId xmlns:a16="http://schemas.microsoft.com/office/drawing/2014/main" id="{69591709-C13F-6B50-1E56-06B53EC82E11}"/>
              </a:ext>
            </a:extLst>
          </p:cNvPr>
          <p:cNvSpPr/>
          <p:nvPr>
            <p:custDataLst>
              <p:tags r:id="rId14"/>
            </p:custDataLst>
          </p:nvPr>
        </p:nvSpPr>
        <p:spPr bwMode="gray">
          <a:xfrm>
            <a:off x="7408863" y="3868738"/>
            <a:ext cx="322263" cy="192088"/>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b">
            <a:noAutofit/>
          </a:bodyPr>
          <a:lstStyle/>
          <a:p>
            <a:pPr algn="ctr">
              <a:lnSpc>
                <a:spcPct val="90000"/>
              </a:lnSpc>
              <a:spcBef>
                <a:spcPct val="0"/>
              </a:spcBef>
              <a:spcAft>
                <a:spcPct val="0"/>
              </a:spcAft>
            </a:pPr>
            <a:fld id="{3995FCCF-050A-4432-A1FC-6375608C6AAA}" type="datetime'''''''''''''''''''''4''''''''5''''''''''''9'''''''''''">
              <a:rPr lang="ja-JP" altLang="en-US" sz="1400" smtClean="0">
                <a:solidFill>
                  <a:schemeClr val="tx1"/>
                </a:solidFill>
                <a:effectLst/>
              </a:rPr>
              <a:pPr algn="ctr">
                <a:lnSpc>
                  <a:spcPct val="90000"/>
                </a:lnSpc>
                <a:spcBef>
                  <a:spcPct val="0"/>
                </a:spcBef>
                <a:spcAft>
                  <a:spcPct val="0"/>
                </a:spcAft>
              </a:pPr>
              <a:t>459</a:t>
            </a:fld>
            <a:endParaRPr kumimoji="1" lang="ja-JP" altLang="en-US" sz="1400" dirty="0">
              <a:solidFill>
                <a:schemeClr val="tx1"/>
              </a:solidFill>
            </a:endParaRPr>
          </a:p>
        </p:txBody>
      </p:sp>
      <p:sp>
        <p:nvSpPr>
          <p:cNvPr id="46" name="正方形/長方形 45">
            <a:extLst>
              <a:ext uri="{FF2B5EF4-FFF2-40B4-BE49-F238E27FC236}">
                <a16:creationId xmlns:a16="http://schemas.microsoft.com/office/drawing/2014/main" id="{D2B9B808-ECE6-87EA-1969-680F6A2EB8D1}"/>
              </a:ext>
            </a:extLst>
          </p:cNvPr>
          <p:cNvSpPr/>
          <p:nvPr>
            <p:custDataLst>
              <p:tags r:id="rId15"/>
            </p:custDataLst>
          </p:nvPr>
        </p:nvSpPr>
        <p:spPr bwMode="auto">
          <a:xfrm>
            <a:off x="7183438"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C9DC994-0293-424C-AB07-58D82781D30F}" type="datetime'F''Y''''''1''''''''''''''''''''''''6'''''">
              <a:rPr lang="ja-JP" altLang="en-US" sz="1400" smtClean="0">
                <a:solidFill>
                  <a:schemeClr val="tx1"/>
                </a:solidFill>
              </a:rPr>
              <a:pPr algn="ctr">
                <a:lnSpc>
                  <a:spcPct val="110000"/>
                </a:lnSpc>
                <a:spcBef>
                  <a:spcPct val="0"/>
                </a:spcBef>
                <a:spcAft>
                  <a:spcPct val="0"/>
                </a:spcAft>
              </a:pPr>
              <a:t>FY16</a:t>
            </a:fld>
            <a:endParaRPr kumimoji="1" lang="ja-JP" altLang="en-US" sz="1400" dirty="0">
              <a:solidFill>
                <a:schemeClr val="tx1"/>
              </a:solidFill>
            </a:endParaRPr>
          </a:p>
        </p:txBody>
      </p:sp>
      <p:sp>
        <p:nvSpPr>
          <p:cNvPr id="47" name="正方形/長方形 46">
            <a:extLst>
              <a:ext uri="{FF2B5EF4-FFF2-40B4-BE49-F238E27FC236}">
                <a16:creationId xmlns:a16="http://schemas.microsoft.com/office/drawing/2014/main" id="{10C6129C-5995-8EEB-F618-0B7AB054A53C}"/>
              </a:ext>
            </a:extLst>
          </p:cNvPr>
          <p:cNvSpPr/>
          <p:nvPr>
            <p:custDataLst>
              <p:tags r:id="rId16"/>
            </p:custDataLst>
          </p:nvPr>
        </p:nvSpPr>
        <p:spPr bwMode="auto">
          <a:xfrm>
            <a:off x="7656513"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911F7E20-CC7B-4B61-8F41-C09C4129A5E3}" type="datetime'''''F''''Y''''''''''''''''''''''''''1''''''''''''''''7'''''">
              <a:rPr lang="ja-JP" altLang="en-US" sz="1400" smtClean="0">
                <a:solidFill>
                  <a:schemeClr val="tx1"/>
                </a:solidFill>
              </a:rPr>
              <a:pPr algn="ctr">
                <a:lnSpc>
                  <a:spcPct val="110000"/>
                </a:lnSpc>
                <a:spcBef>
                  <a:spcPct val="0"/>
                </a:spcBef>
                <a:spcAft>
                  <a:spcPct val="0"/>
                </a:spcAft>
              </a:pPr>
              <a:t>FY17</a:t>
            </a:fld>
            <a:endParaRPr kumimoji="1" lang="ja-JP" altLang="en-US" sz="1400" dirty="0">
              <a:solidFill>
                <a:schemeClr val="tx1"/>
              </a:solidFill>
            </a:endParaRPr>
          </a:p>
        </p:txBody>
      </p:sp>
      <p:sp>
        <p:nvSpPr>
          <p:cNvPr id="49" name="正方形/長方形 48">
            <a:extLst>
              <a:ext uri="{FF2B5EF4-FFF2-40B4-BE49-F238E27FC236}">
                <a16:creationId xmlns:a16="http://schemas.microsoft.com/office/drawing/2014/main" id="{26AAE05B-DEF9-3509-7D0D-BE678D5DD8CE}"/>
              </a:ext>
            </a:extLst>
          </p:cNvPr>
          <p:cNvSpPr/>
          <p:nvPr>
            <p:custDataLst>
              <p:tags r:id="rId17"/>
            </p:custDataLst>
          </p:nvPr>
        </p:nvSpPr>
        <p:spPr bwMode="auto">
          <a:xfrm>
            <a:off x="8131175"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00D9BB9C-C2B6-4E3B-9BE8-9EDFD00776BC}" type="datetime'''''F''''''Y1''''''''''''''''''''''8'''''''''''''''''''''">
              <a:rPr lang="ja-JP" altLang="en-US" sz="1400" smtClean="0">
                <a:solidFill>
                  <a:schemeClr val="tx1"/>
                </a:solidFill>
              </a:rPr>
              <a:pPr algn="ctr">
                <a:lnSpc>
                  <a:spcPct val="110000"/>
                </a:lnSpc>
                <a:spcBef>
                  <a:spcPct val="0"/>
                </a:spcBef>
                <a:spcAft>
                  <a:spcPct val="0"/>
                </a:spcAft>
              </a:pPr>
              <a:t>FY18</a:t>
            </a:fld>
            <a:endParaRPr kumimoji="1" lang="ja-JP" altLang="en-US" sz="1400" dirty="0">
              <a:solidFill>
                <a:schemeClr val="tx1"/>
              </a:solidFill>
            </a:endParaRPr>
          </a:p>
        </p:txBody>
      </p:sp>
      <p:sp>
        <p:nvSpPr>
          <p:cNvPr id="50" name="正方形/長方形 49">
            <a:extLst>
              <a:ext uri="{FF2B5EF4-FFF2-40B4-BE49-F238E27FC236}">
                <a16:creationId xmlns:a16="http://schemas.microsoft.com/office/drawing/2014/main" id="{1C7267BE-F500-D697-05ED-15774BE951C7}"/>
              </a:ext>
            </a:extLst>
          </p:cNvPr>
          <p:cNvSpPr/>
          <p:nvPr>
            <p:custDataLst>
              <p:tags r:id="rId18"/>
            </p:custDataLst>
          </p:nvPr>
        </p:nvSpPr>
        <p:spPr bwMode="auto">
          <a:xfrm>
            <a:off x="8604250"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E7220FDB-3CF1-42ED-A7DF-B1CB4055FF52}" type="datetime'''''''''''''''''''''''''F''''''''Y''''''''''''''''19'''''''">
              <a:rPr lang="ja-JP" altLang="en-US" sz="1400" smtClean="0">
                <a:solidFill>
                  <a:schemeClr val="tx1"/>
                </a:solidFill>
              </a:rPr>
              <a:pPr algn="ctr">
                <a:lnSpc>
                  <a:spcPct val="110000"/>
                </a:lnSpc>
                <a:spcBef>
                  <a:spcPct val="0"/>
                </a:spcBef>
                <a:spcAft>
                  <a:spcPct val="0"/>
                </a:spcAft>
              </a:pPr>
              <a:t>FY19</a:t>
            </a:fld>
            <a:endParaRPr kumimoji="1" lang="ja-JP" altLang="en-US" sz="1400" dirty="0">
              <a:solidFill>
                <a:schemeClr val="tx1"/>
              </a:solidFill>
            </a:endParaRPr>
          </a:p>
        </p:txBody>
      </p:sp>
      <p:sp>
        <p:nvSpPr>
          <p:cNvPr id="51" name="正方形/長方形 50">
            <a:extLst>
              <a:ext uri="{FF2B5EF4-FFF2-40B4-BE49-F238E27FC236}">
                <a16:creationId xmlns:a16="http://schemas.microsoft.com/office/drawing/2014/main" id="{B9FBDFE9-B335-9386-A7CE-D1F6021CCAD8}"/>
              </a:ext>
            </a:extLst>
          </p:cNvPr>
          <p:cNvSpPr/>
          <p:nvPr>
            <p:custDataLst>
              <p:tags r:id="rId19"/>
            </p:custDataLst>
          </p:nvPr>
        </p:nvSpPr>
        <p:spPr bwMode="auto">
          <a:xfrm>
            <a:off x="9078913"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BE851EDE-68AC-470B-BC09-9CD0A5FEA280}" type="datetime'''''''''''''FY''''2''''''''''''''''''0'">
              <a:rPr lang="ja-JP" altLang="en-US" sz="1400" smtClean="0">
                <a:solidFill>
                  <a:schemeClr val="tx1"/>
                </a:solidFill>
              </a:rPr>
              <a:pPr algn="ctr">
                <a:lnSpc>
                  <a:spcPct val="110000"/>
                </a:lnSpc>
                <a:spcBef>
                  <a:spcPct val="0"/>
                </a:spcBef>
                <a:spcAft>
                  <a:spcPct val="0"/>
                </a:spcAft>
              </a:pPr>
              <a:t>FY20</a:t>
            </a:fld>
            <a:endParaRPr kumimoji="1" lang="ja-JP" altLang="en-US" sz="1400" dirty="0">
              <a:solidFill>
                <a:schemeClr val="tx1"/>
              </a:solidFill>
            </a:endParaRPr>
          </a:p>
        </p:txBody>
      </p:sp>
      <p:sp>
        <p:nvSpPr>
          <p:cNvPr id="52" name="正方形/長方形 51">
            <a:extLst>
              <a:ext uri="{FF2B5EF4-FFF2-40B4-BE49-F238E27FC236}">
                <a16:creationId xmlns:a16="http://schemas.microsoft.com/office/drawing/2014/main" id="{2EA43C71-5B00-0E57-F79D-3F9B6607E974}"/>
              </a:ext>
            </a:extLst>
          </p:cNvPr>
          <p:cNvSpPr/>
          <p:nvPr>
            <p:custDataLst>
              <p:tags r:id="rId20"/>
            </p:custDataLst>
          </p:nvPr>
        </p:nvSpPr>
        <p:spPr bwMode="auto">
          <a:xfrm>
            <a:off x="9551988"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70B470EF-0ED2-4E36-A6CF-A08C6B239B40}" type="datetime'''''''''''F''''''''''''''''''''''''''Y''''''2''''''1'''''''">
              <a:rPr lang="ja-JP" altLang="en-US" sz="1400" smtClean="0">
                <a:solidFill>
                  <a:schemeClr val="tx1"/>
                </a:solidFill>
              </a:rPr>
              <a:pPr algn="ctr">
                <a:lnSpc>
                  <a:spcPct val="110000"/>
                </a:lnSpc>
                <a:spcBef>
                  <a:spcPct val="0"/>
                </a:spcBef>
                <a:spcAft>
                  <a:spcPct val="0"/>
                </a:spcAft>
              </a:pPr>
              <a:t>FY21</a:t>
            </a:fld>
            <a:endParaRPr kumimoji="1" lang="ja-JP" altLang="en-US" sz="1400" dirty="0">
              <a:solidFill>
                <a:schemeClr val="tx1"/>
              </a:solidFill>
            </a:endParaRPr>
          </a:p>
        </p:txBody>
      </p:sp>
      <p:sp>
        <p:nvSpPr>
          <p:cNvPr id="53" name="正方形/長方形 52">
            <a:extLst>
              <a:ext uri="{FF2B5EF4-FFF2-40B4-BE49-F238E27FC236}">
                <a16:creationId xmlns:a16="http://schemas.microsoft.com/office/drawing/2014/main" id="{BDB4DFFE-C15A-7AC3-E113-63F318F3679E}"/>
              </a:ext>
            </a:extLst>
          </p:cNvPr>
          <p:cNvSpPr/>
          <p:nvPr>
            <p:custDataLst>
              <p:tags r:id="rId21"/>
            </p:custDataLst>
          </p:nvPr>
        </p:nvSpPr>
        <p:spPr bwMode="auto">
          <a:xfrm>
            <a:off x="10026650"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FE160422-0BB0-4E60-82F6-6B0DE89E6237}" type="datetime'''''''''''F''''''''''''''''Y''2''''''2'''">
              <a:rPr lang="ja-JP" altLang="en-US" sz="1400" smtClean="0">
                <a:solidFill>
                  <a:schemeClr val="tx1"/>
                </a:solidFill>
              </a:rPr>
              <a:pPr algn="ctr">
                <a:lnSpc>
                  <a:spcPct val="110000"/>
                </a:lnSpc>
                <a:spcBef>
                  <a:spcPct val="0"/>
                </a:spcBef>
                <a:spcAft>
                  <a:spcPct val="0"/>
                </a:spcAft>
              </a:pPr>
              <a:t>FY22</a:t>
            </a:fld>
            <a:endParaRPr kumimoji="1" lang="ja-JP" altLang="en-US" sz="1400" dirty="0">
              <a:solidFill>
                <a:schemeClr val="tx1"/>
              </a:solidFill>
            </a:endParaRPr>
          </a:p>
        </p:txBody>
      </p:sp>
      <p:sp>
        <p:nvSpPr>
          <p:cNvPr id="54" name="正方形/長方形 53">
            <a:extLst>
              <a:ext uri="{FF2B5EF4-FFF2-40B4-BE49-F238E27FC236}">
                <a16:creationId xmlns:a16="http://schemas.microsoft.com/office/drawing/2014/main" id="{2DFF2F33-4AA3-C4EA-5FF3-CD5D4FD82B6B}"/>
              </a:ext>
            </a:extLst>
          </p:cNvPr>
          <p:cNvSpPr/>
          <p:nvPr>
            <p:custDataLst>
              <p:tags r:id="rId22"/>
            </p:custDataLst>
          </p:nvPr>
        </p:nvSpPr>
        <p:spPr bwMode="auto">
          <a:xfrm>
            <a:off x="10499725"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D213722C-3CB1-4841-87B9-26569D1C03E4}" type="datetime'''''F''''''''Y2''''3'''''''''''''">
              <a:rPr lang="ja-JP" altLang="en-US" sz="1400" smtClean="0">
                <a:solidFill>
                  <a:schemeClr val="tx1"/>
                </a:solidFill>
              </a:rPr>
              <a:pPr algn="ctr">
                <a:lnSpc>
                  <a:spcPct val="110000"/>
                </a:lnSpc>
                <a:spcBef>
                  <a:spcPct val="0"/>
                </a:spcBef>
                <a:spcAft>
                  <a:spcPct val="0"/>
                </a:spcAft>
              </a:pPr>
              <a:t>FY23</a:t>
            </a:fld>
            <a:endParaRPr kumimoji="1" lang="ja-JP" altLang="en-US" sz="1400" dirty="0">
              <a:solidFill>
                <a:schemeClr val="tx1"/>
              </a:solidFill>
            </a:endParaRPr>
          </a:p>
        </p:txBody>
      </p:sp>
      <p:sp>
        <p:nvSpPr>
          <p:cNvPr id="55" name="正方形/長方形 54">
            <a:extLst>
              <a:ext uri="{FF2B5EF4-FFF2-40B4-BE49-F238E27FC236}">
                <a16:creationId xmlns:a16="http://schemas.microsoft.com/office/drawing/2014/main" id="{6D89FB0A-1527-FDF7-4EF8-7DF017C5EF90}"/>
              </a:ext>
            </a:extLst>
          </p:cNvPr>
          <p:cNvSpPr/>
          <p:nvPr>
            <p:custDataLst>
              <p:tags r:id="rId23"/>
            </p:custDataLst>
          </p:nvPr>
        </p:nvSpPr>
        <p:spPr bwMode="auto">
          <a:xfrm>
            <a:off x="10974388"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F92684BC-2BD4-4A3B-98B2-F1C81BB1D435}" type="datetime'''''''''''''''''''''''''F''''''''''''''''''''''''''Y''2''4'''">
              <a:rPr lang="ja-JP" altLang="en-US" sz="1400" smtClean="0">
                <a:solidFill>
                  <a:schemeClr val="tx1"/>
                </a:solidFill>
              </a:rPr>
              <a:pPr algn="ctr">
                <a:lnSpc>
                  <a:spcPct val="110000"/>
                </a:lnSpc>
                <a:spcBef>
                  <a:spcPct val="0"/>
                </a:spcBef>
                <a:spcAft>
                  <a:spcPct val="0"/>
                </a:spcAft>
              </a:pPr>
              <a:t>FY24</a:t>
            </a:fld>
            <a:endParaRPr kumimoji="1" lang="ja-JP" altLang="en-US" sz="1400" dirty="0">
              <a:solidFill>
                <a:schemeClr val="tx1"/>
              </a:solidFill>
            </a:endParaRPr>
          </a:p>
        </p:txBody>
      </p:sp>
      <p:sp>
        <p:nvSpPr>
          <p:cNvPr id="56" name="正方形/長方形 55">
            <a:extLst>
              <a:ext uri="{FF2B5EF4-FFF2-40B4-BE49-F238E27FC236}">
                <a16:creationId xmlns:a16="http://schemas.microsoft.com/office/drawing/2014/main" id="{F2098A12-AACF-BBB8-77FA-9234DC77A914}"/>
              </a:ext>
            </a:extLst>
          </p:cNvPr>
          <p:cNvSpPr/>
          <p:nvPr>
            <p:custDataLst>
              <p:tags r:id="rId24"/>
            </p:custDataLst>
          </p:nvPr>
        </p:nvSpPr>
        <p:spPr bwMode="auto">
          <a:xfrm>
            <a:off x="11447463" y="5530850"/>
            <a:ext cx="361950"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noAutofit/>
          </a:bodyPr>
          <a:lstStyle/>
          <a:p>
            <a:pPr algn="ctr">
              <a:lnSpc>
                <a:spcPct val="110000"/>
              </a:lnSpc>
              <a:spcBef>
                <a:spcPct val="0"/>
              </a:spcBef>
              <a:spcAft>
                <a:spcPct val="0"/>
              </a:spcAft>
            </a:pPr>
            <a:fld id="{48AF403D-C4ED-45DC-A6A6-21BFF81E9498}" type="datetime'''''''''F''''''''Y''''''2''''''''5'''''''''''''''''''''''''''">
              <a:rPr lang="ja-JP" altLang="en-US" sz="1400" smtClean="0">
                <a:solidFill>
                  <a:schemeClr val="tx1"/>
                </a:solidFill>
              </a:rPr>
              <a:pPr algn="ctr">
                <a:lnSpc>
                  <a:spcPct val="110000"/>
                </a:lnSpc>
                <a:spcBef>
                  <a:spcPct val="0"/>
                </a:spcBef>
                <a:spcAft>
                  <a:spcPct val="0"/>
                </a:spcAft>
              </a:pPr>
              <a:t>FY25</a:t>
            </a:fld>
            <a:endParaRPr kumimoji="1" lang="ja-JP" altLang="en-US" sz="1400" dirty="0">
              <a:solidFill>
                <a:schemeClr val="tx1"/>
              </a:solidFill>
            </a:endParaRPr>
          </a:p>
        </p:txBody>
      </p:sp>
      <p:sp useBgFill="1">
        <p:nvSpPr>
          <p:cNvPr id="133" name="正方形/長方形 132">
            <a:extLst>
              <a:ext uri="{FF2B5EF4-FFF2-40B4-BE49-F238E27FC236}">
                <a16:creationId xmlns:a16="http://schemas.microsoft.com/office/drawing/2014/main" id="{25468525-6BDE-3192-10A2-C2077D81C852}"/>
              </a:ext>
            </a:extLst>
          </p:cNvPr>
          <p:cNvSpPr/>
          <p:nvPr>
            <p:custDataLst>
              <p:tags r:id="rId25"/>
            </p:custDataLst>
          </p:nvPr>
        </p:nvSpPr>
        <p:spPr bwMode="gray">
          <a:xfrm>
            <a:off x="10995025" y="2579688"/>
            <a:ext cx="322263" cy="192088"/>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b">
            <a:noAutofit/>
          </a:bodyPr>
          <a:lstStyle/>
          <a:p>
            <a:pPr algn="ctr">
              <a:lnSpc>
                <a:spcPct val="90000"/>
              </a:lnSpc>
              <a:spcBef>
                <a:spcPct val="0"/>
              </a:spcBef>
              <a:spcAft>
                <a:spcPct val="0"/>
              </a:spcAft>
            </a:pPr>
            <a:fld id="{BE478D30-B742-42B2-8FF4-79BFF8B4FAE9}" type="datetime'''''''''''''''9''''1''''''''''''''3'''''''''">
              <a:rPr lang="ja-JP" altLang="en-US" sz="1400" smtClean="0">
                <a:solidFill>
                  <a:schemeClr val="tx1"/>
                </a:solidFill>
                <a:effectLst/>
              </a:rPr>
              <a:pPr algn="ctr">
                <a:lnSpc>
                  <a:spcPct val="90000"/>
                </a:lnSpc>
                <a:spcBef>
                  <a:spcPct val="0"/>
                </a:spcBef>
                <a:spcAft>
                  <a:spcPct val="0"/>
                </a:spcAft>
              </a:pPr>
              <a:t>913</a:t>
            </a:fld>
            <a:endParaRPr kumimoji="1" lang="ja-JP" altLang="en-US" sz="1400" dirty="0">
              <a:solidFill>
                <a:schemeClr val="tx1"/>
              </a:solidFill>
            </a:endParaRPr>
          </a:p>
        </p:txBody>
      </p:sp>
      <p:cxnSp>
        <p:nvCxnSpPr>
          <p:cNvPr id="59" name="直線コネクタ 58">
            <a:extLst>
              <a:ext uri="{FF2B5EF4-FFF2-40B4-BE49-F238E27FC236}">
                <a16:creationId xmlns:a16="http://schemas.microsoft.com/office/drawing/2014/main" id="{DB0B0F53-8E3E-48F2-73F4-70C76FC002CF}"/>
              </a:ext>
            </a:extLst>
          </p:cNvPr>
          <p:cNvCxnSpPr/>
          <p:nvPr>
            <p:custDataLst>
              <p:tags r:id="rId26"/>
            </p:custDataLst>
          </p:nvPr>
        </p:nvCxnSpPr>
        <p:spPr bwMode="gray">
          <a:xfrm>
            <a:off x="7445375" y="2249488"/>
            <a:ext cx="330200" cy="0"/>
          </a:xfrm>
          <a:prstGeom prst="line">
            <a:avLst/>
          </a:prstGeom>
          <a:ln w="19050"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024C743B-1893-F857-FC30-BE700CCE10B5}"/>
              </a:ext>
            </a:extLst>
          </p:cNvPr>
          <p:cNvCxnSpPr/>
          <p:nvPr>
            <p:custDataLst>
              <p:tags r:id="rId27"/>
            </p:custDataLst>
          </p:nvPr>
        </p:nvCxnSpPr>
        <p:spPr bwMode="gray">
          <a:xfrm>
            <a:off x="7445375" y="2535238"/>
            <a:ext cx="330200"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5" name="楕円 84">
            <a:extLst>
              <a:ext uri="{FF2B5EF4-FFF2-40B4-BE49-F238E27FC236}">
                <a16:creationId xmlns:a16="http://schemas.microsoft.com/office/drawing/2014/main" id="{5AB4F8EF-A1FD-10A2-9A50-A2641AB40720}"/>
              </a:ext>
            </a:extLst>
          </p:cNvPr>
          <p:cNvSpPr/>
          <p:nvPr>
            <p:custDataLst>
              <p:tags r:id="rId28"/>
            </p:custDataLst>
          </p:nvPr>
        </p:nvSpPr>
        <p:spPr bwMode="auto">
          <a:xfrm>
            <a:off x="7566025" y="2205038"/>
            <a:ext cx="88900" cy="88900"/>
          </a:xfrm>
          <a:prstGeom prst="ellipse">
            <a:avLst/>
          </a:prstGeom>
          <a:solidFill>
            <a:schemeClr val="accent1"/>
          </a:solidFill>
          <a:ln w="9525" cmpd="sng" algn="ctr">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87" name="楕円 86">
            <a:extLst>
              <a:ext uri="{FF2B5EF4-FFF2-40B4-BE49-F238E27FC236}">
                <a16:creationId xmlns:a16="http://schemas.microsoft.com/office/drawing/2014/main" id="{368F6F4D-DF93-57DD-ED6D-BA111DEEBEEC}"/>
              </a:ext>
            </a:extLst>
          </p:cNvPr>
          <p:cNvSpPr/>
          <p:nvPr>
            <p:custDataLst>
              <p:tags r:id="rId29"/>
            </p:custDataLst>
          </p:nvPr>
        </p:nvSpPr>
        <p:spPr bwMode="auto">
          <a:xfrm>
            <a:off x="7566025" y="2490788"/>
            <a:ext cx="88900" cy="88900"/>
          </a:xfrm>
          <a:prstGeom prst="ellipse">
            <a:avLst/>
          </a:prstGeom>
          <a:solidFill>
            <a:schemeClr val="accent2"/>
          </a:solidFill>
          <a:ln w="9525" cmpd="sng" algn="ctr">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44000" indent="-144000" algn="l">
              <a:lnSpc>
                <a:spcPct val="110000"/>
              </a:lnSpc>
              <a:spcAft>
                <a:spcPts val="500"/>
              </a:spcAft>
              <a:buFont typeface="Arial" panose="020B0604020202020204" pitchFamily="34" charset="0"/>
              <a:buChar char="•"/>
            </a:pPr>
            <a:endParaRPr kumimoji="1" lang="ja-JP" altLang="en-US" sz="1200" dirty="0">
              <a:solidFill>
                <a:srgbClr val="000000"/>
              </a:solidFill>
              <a:latin typeface="Arial" panose="020B0604020202020204" pitchFamily="34" charset="0"/>
            </a:endParaRPr>
          </a:p>
        </p:txBody>
      </p:sp>
      <p:sp>
        <p:nvSpPr>
          <p:cNvPr id="42" name="正方形/長方形 41">
            <a:extLst>
              <a:ext uri="{FF2B5EF4-FFF2-40B4-BE49-F238E27FC236}">
                <a16:creationId xmlns:a16="http://schemas.microsoft.com/office/drawing/2014/main" id="{D003C40F-2DDE-2241-720F-5C881CEC7075}"/>
              </a:ext>
            </a:extLst>
          </p:cNvPr>
          <p:cNvSpPr/>
          <p:nvPr>
            <p:custDataLst>
              <p:tags r:id="rId30"/>
            </p:custDataLst>
          </p:nvPr>
        </p:nvSpPr>
        <p:spPr bwMode="auto">
          <a:xfrm>
            <a:off x="7835900" y="2135188"/>
            <a:ext cx="2366963"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1065FBD6-9155-4E32-A9AA-238E226A3CB0}" type="datetime'''昼間（''10''-1''''''4''''''時''）''充電'' ''平''均''M''W'''''''">
              <a:rPr lang="ja-JP" altLang="en-US" sz="1400" smtClean="0">
                <a:solidFill>
                  <a:schemeClr val="tx1"/>
                </a:solidFill>
              </a:rPr>
              <a:pPr>
                <a:lnSpc>
                  <a:spcPct val="110000"/>
                </a:lnSpc>
                <a:spcBef>
                  <a:spcPct val="0"/>
                </a:spcBef>
                <a:spcAft>
                  <a:spcPct val="0"/>
                </a:spcAft>
              </a:pPr>
              <a:t>昼間（10-14時）充電 平均MW</a:t>
            </a:fld>
            <a:endParaRPr kumimoji="1" lang="ja-JP" altLang="en-US" sz="1400" dirty="0">
              <a:solidFill>
                <a:schemeClr val="tx1"/>
              </a:solidFill>
            </a:endParaRPr>
          </a:p>
        </p:txBody>
      </p:sp>
      <p:sp>
        <p:nvSpPr>
          <p:cNvPr id="44" name="正方形/長方形 43">
            <a:extLst>
              <a:ext uri="{FF2B5EF4-FFF2-40B4-BE49-F238E27FC236}">
                <a16:creationId xmlns:a16="http://schemas.microsoft.com/office/drawing/2014/main" id="{D40EE5FF-0FE3-1742-EF50-0485F9FDA377}"/>
              </a:ext>
            </a:extLst>
          </p:cNvPr>
          <p:cNvSpPr/>
          <p:nvPr>
            <p:custDataLst>
              <p:tags r:id="rId31"/>
            </p:custDataLst>
          </p:nvPr>
        </p:nvSpPr>
        <p:spPr bwMode="auto">
          <a:xfrm>
            <a:off x="7835900" y="2420938"/>
            <a:ext cx="2185988" cy="234950"/>
          </a:xfrm>
          <a:prstGeom prst="rect">
            <a:avLst/>
          </a:prstGeom>
          <a:noFill/>
          <a:ln>
            <a:noFill/>
          </a:ln>
          <a:effectLst/>
          <a:extLst>
            <a:ext uri="{909E8E84-426E-40DD-AFC4-6F175D3DCCD1}">
              <a14:hiddenFill xmlns:a14="http://schemas.microsoft.com/office/drawing/2010/main">
                <a:solidFill>
                  <a:scrgbClr r="0" g="0" b="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oAutofit/>
          </a:bodyPr>
          <a:lstStyle/>
          <a:p>
            <a:pPr>
              <a:lnSpc>
                <a:spcPct val="110000"/>
              </a:lnSpc>
              <a:spcBef>
                <a:spcPct val="0"/>
              </a:spcBef>
              <a:spcAft>
                <a:spcPct val="0"/>
              </a:spcAft>
            </a:pPr>
            <a:fld id="{923C8CED-56EF-416A-BB6E-7FE16A9AEB73}" type="datetime'''''''''夜間（1-''5''時）''''''''''''''''''''''''充電'''' 平''''均MW'''">
              <a:rPr lang="ja-JP" altLang="en-US" sz="1400" smtClean="0">
                <a:solidFill>
                  <a:schemeClr val="tx1"/>
                </a:solidFill>
              </a:rPr>
              <a:pPr>
                <a:lnSpc>
                  <a:spcPct val="110000"/>
                </a:lnSpc>
                <a:spcBef>
                  <a:spcPct val="0"/>
                </a:spcBef>
                <a:spcAft>
                  <a:spcPct val="0"/>
                </a:spcAft>
              </a:pPr>
              <a:t>夜間（1-5時）充電 平均MW</a:t>
            </a:fld>
            <a:endParaRPr kumimoji="1" lang="ja-JP" altLang="en-US" sz="1400" dirty="0">
              <a:solidFill>
                <a:schemeClr val="tx1"/>
              </a:solidFill>
            </a:endParaRPr>
          </a:p>
        </p:txBody>
      </p:sp>
      <p:sp>
        <p:nvSpPr>
          <p:cNvPr id="136" name="テキスト ボックス 135">
            <a:extLst>
              <a:ext uri="{FF2B5EF4-FFF2-40B4-BE49-F238E27FC236}">
                <a16:creationId xmlns:a16="http://schemas.microsoft.com/office/drawing/2014/main" id="{2F2E5234-D6AC-7A2C-2E54-590D89CDD1B8}"/>
              </a:ext>
            </a:extLst>
          </p:cNvPr>
          <p:cNvSpPr txBox="1"/>
          <p:nvPr/>
        </p:nvSpPr>
        <p:spPr>
          <a:xfrm>
            <a:off x="334961" y="1022132"/>
            <a:ext cx="8439281" cy="646331"/>
          </a:xfrm>
          <a:prstGeom prst="rect">
            <a:avLst/>
          </a:prstGeom>
          <a:noFill/>
        </p:spPr>
        <p:txBody>
          <a:bodyPr wrap="square">
            <a:spAutoFit/>
          </a:bodyPr>
          <a:lstStyle/>
          <a:p>
            <a:r>
              <a:rPr lang="ja-JP" altLang="en-US" dirty="0"/>
              <a:t>昼間のくみ上げ量が年々増加 → 太陽光の余剰吸収量が増大</a:t>
            </a:r>
            <a:endParaRPr lang="en-US" altLang="ja-JP" dirty="0"/>
          </a:p>
          <a:p>
            <a:r>
              <a:rPr lang="ja-JP" altLang="en-US" dirty="0"/>
              <a:t>昼間価格の下支えになってる可能性</a:t>
            </a:r>
            <a:endParaRPr lang="en-US" altLang="ja-JP" dirty="0"/>
          </a:p>
        </p:txBody>
      </p:sp>
    </p:spTree>
    <p:extLst>
      <p:ext uri="{BB962C8B-B14F-4D97-AF65-F5344CB8AC3E}">
        <p14:creationId xmlns:p14="http://schemas.microsoft.com/office/powerpoint/2010/main" val="8416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8C4AB83-16FE-35B9-6D82-F0037F1DB885}"/>
              </a:ext>
            </a:extLst>
          </p:cNvPr>
          <p:cNvSpPr>
            <a:spLocks noGrp="1"/>
          </p:cNvSpPr>
          <p:nvPr>
            <p:ph idx="1"/>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EE53A333-6FA4-74F6-F915-08E8A452FE18}"/>
              </a:ext>
            </a:extLst>
          </p:cNvPr>
          <p:cNvSpPr>
            <a:spLocks noGrp="1"/>
          </p:cNvSpPr>
          <p:nvPr>
            <p:ph type="sldNum" sz="quarter" idx="12"/>
          </p:nvPr>
        </p:nvSpPr>
        <p:spPr/>
        <p:txBody>
          <a:bodyPr/>
          <a:lstStyle/>
          <a:p>
            <a:fld id="{3B09FD7E-EA79-4AC9-B47C-47EE1A48B026}" type="slidenum">
              <a:rPr kumimoji="1" lang="ja-JP" altLang="en-US" smtClean="0"/>
              <a:t>13</a:t>
            </a:fld>
            <a:endParaRPr kumimoji="1" lang="ja-JP" altLang="en-US"/>
          </a:p>
        </p:txBody>
      </p:sp>
      <p:sp>
        <p:nvSpPr>
          <p:cNvPr id="4" name="タイトル 3">
            <a:extLst>
              <a:ext uri="{FF2B5EF4-FFF2-40B4-BE49-F238E27FC236}">
                <a16:creationId xmlns:a16="http://schemas.microsoft.com/office/drawing/2014/main" id="{D9F9332E-D56F-52D5-866A-C2C389393526}"/>
              </a:ext>
            </a:extLst>
          </p:cNvPr>
          <p:cNvSpPr>
            <a:spLocks noGrp="1"/>
          </p:cNvSpPr>
          <p:nvPr>
            <p:ph type="title"/>
          </p:nvPr>
        </p:nvSpPr>
        <p:spPr/>
        <p:txBody>
          <a:bodyPr/>
          <a:lstStyle/>
          <a:p>
            <a:endParaRPr kumimoji="1" lang="ja-JP" altLang="en-US"/>
          </a:p>
        </p:txBody>
      </p:sp>
      <p:sp>
        <p:nvSpPr>
          <p:cNvPr id="5" name="コンテンツ プレースホルダー 4">
            <a:extLst>
              <a:ext uri="{FF2B5EF4-FFF2-40B4-BE49-F238E27FC236}">
                <a16:creationId xmlns:a16="http://schemas.microsoft.com/office/drawing/2014/main" id="{1DC7F04B-8546-F072-5814-E05F9E36D385}"/>
              </a:ext>
            </a:extLst>
          </p:cNvPr>
          <p:cNvSpPr>
            <a:spLocks noGrp="1"/>
          </p:cNvSpPr>
          <p:nvPr>
            <p:ph sz="quarter" idx="13"/>
          </p:nvPr>
        </p:nvSpPr>
        <p:spPr/>
        <p:txBody>
          <a:bodyPr/>
          <a:lstStyle/>
          <a:p>
            <a:r>
              <a:rPr kumimoji="1" lang="ja-JP" altLang="en-US" dirty="0"/>
              <a:t>北海道でも原発再稼働があるはずなのでその影響は注視必要</a:t>
            </a:r>
            <a:br>
              <a:rPr kumimoji="1" lang="en-US" altLang="ja-JP" dirty="0"/>
            </a:br>
            <a:r>
              <a:rPr kumimoji="1" lang="ja-JP" altLang="en-US" dirty="0"/>
              <a:t>→ ベースロードの増加はスプレッドにどのような影響を与えるのか</a:t>
            </a:r>
          </a:p>
        </p:txBody>
      </p:sp>
    </p:spTree>
    <p:extLst>
      <p:ext uri="{BB962C8B-B14F-4D97-AF65-F5344CB8AC3E}">
        <p14:creationId xmlns:p14="http://schemas.microsoft.com/office/powerpoint/2010/main" val="11554772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70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sKdqtaLhj3wLdCFELVUg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KbSCZcqjwkb_1TPSsaY3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6zteSExUYnLEUH3q5jHVQ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VhYoIYjyFRdhIaLXAPakW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MceOzwL7sAP.fhEe6UJd9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3AGv9ycOCCx3_yDlg67zq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lUOfppCC2dMF_CaOCxCRZ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3CbZDJtXYnIpU7Rxm9NiN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dbwD0IMFUhP3KK94Toz3X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3Yb7mm_eDTVa3Q6JGPFKA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OlG9qOgcYO_9gofrkq8f5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erjWnPLSz7fxWhdfYTltQ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vCKvDYEZ5mDcnIqvDMEUO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4zImcAhpBj.51kk1eLGq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qdg3v11FQj6Y6zsnV9.B4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FPtygStEgqisIjz2ELd7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O55hYuW6xFsRTQlqZyCUY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tX1Mh2XqAjyHDbzXdrJU.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7I0VaGhUUjZnmSwmU2auO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UF3kmMRdflUnnl.tLZ9XF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ICWEptYt_vwcgGT_kmM5O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GmKkNUvj4TMMTZahda_81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an9L16s08dwvnW6LPGewE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iF9LoowFnj3Y1dT2sSHWN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5OdK3W7qA2CgjkAUIunuP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XwLGRYIPWxnlncO6yTeMO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p3qwBncBohlbkI2OI4wfV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6pHZp8KAg_QZVQpezCJ7r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PHyFmWE22EAJ0MJ_3F5X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KialBGEEX87ni4omariu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LaRGgXuQDQWr1DaDO1wUe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zY3JsKEuNL5c_j5ZilEMM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RAIhCYAsz.j_W6BWYS._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FLjQ8kXsaBujufjTTdCt8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LVGY_7HVj5eCAf._L2_j1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J9A1oTHWBdDUs.IAPK6mP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ehtoHK9.fOESA_5oDkFtg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BVGw6mDFt4geAjD8v2iRU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fa7XQqR3diKPUhWiF_aMC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8eTtvqkpVixgewrYZjmfi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2ZKBJ8L9t6PHbMU7waO8d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sRFqN4viHBRnWoJffGew.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Pj7nElpVLbbug8qz3gUI1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jspZdK9XT39Ihtno8DMml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cJcPuclWfanZGfhHrjXR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jMLr8L7UhNSUoG1Tq3NLJ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ajzy4HvXhlJ4gN3bceUrz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Jaucm.wUT6Z6qtQYVz6b3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ymSgPBy5nQnXTtLZabwsr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qUqhrxW1TtnLh_hedi_cm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V1Bw2nGm9cjk_t0ipeoOU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xp_eXJwBnw6BMVBqqeBLr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SdwpCd5Ps41IpKaxOs8o8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bfdadwFDLfH3DMMAtJUjK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zt.HkBaTwZW9VUQWR0XUR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n.bTeCEvwYccBeWwGLvNV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U1BivWV0cGNfuez7FQ.xe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Jy4pQq_rNg3I.AVy4rePK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K5DiZCkkDNZiEusvi3Bwp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td28kuhEOz8IE9cUG.wIO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aMYRlNuMffUsZJOu9W19G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5HR2ehT1iehCzqNo7gCm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FcJcPuclWfanZGfhHrjXR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jMLr8L7UhNSUoG1Tq3NLJ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ajzy4HvXhlJ4gN3bceUrz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aucm.wUT6Z6qtQYVz6b3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ymSgPBy5nQnXTtLZabwsr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qUqhrxW1TtnLh_hedi_cm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V1Bw2nGm9cjk_t0ipeoOU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xp_eXJwBnw6BMVBqqeBLr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SdwpCd5Ps41IpKaxOs8o8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bfdadwFDLfH3DMMAtJUjK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zt.HkBaTwZW9VUQWR0XUR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n.bTeCEvwYccBeWwGLvNV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U1BivWV0cGNfuez7FQ.xe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Jy4pQq_rNg3I.AVy4rePK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K5DiZCkkDNZiEusvi3Bwp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td28kuhEOz8IE9cUG.wIO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aMYRlNuMffUsZJOu9W19G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5HR2ehT1iehCzqNo7gCm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yY8H_YbJn_sJD9gKyb7H4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Gcm5G66306wHGSe5tqdlx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qPCrfZ90dcoaXnEeRMpPk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x3GspaQWQ2CsgpbETpqzf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j1EkWbF.xODotFY3hzeGFA"/>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5_icBCJeFCun9m_geNxhr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v.K38XAjfF9I67kr.rK4s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L9OrNTtwyC0cDWfP4x3w6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Z4NYnH..K6ZiwNoOsv0ln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l81_px1q7TKUXXh97kYUi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7bDtWM7ClNO_GmGJUJpPi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XSeJYfT9mdavEK2Z55LkW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1ujHBMu09TkMqk_WniSyc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E8faIAAvicF08uxZ3JgRC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xtWbvz8FjHFe2uHWcJX5u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5T0SIA6.eOSm0IitQii0y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fDP9y5YNuGGZoDbpdbv77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D_eLIpuiutlU6GFy2DlRt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ipMqLzXPwM5p3sb5NZpMLA"/>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iRY2KZe9fsQFQDGG8ZcgE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DpKxFJu085Gg8nUAeEV18g"/>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EIhTy_8ABmeCpgEV9mFBO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pDZw0zYj9bZUcKtZzEzH6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XwTL0JIqNPH1r9aEY2VB3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7birzSQL2J4e78cnzDuxN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xm.m83tD62In5hDKGrY9H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DoqTSBy3iLS.752fZXvRh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jirVifnmANgDW550fkmaB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XzOF4KiklXZ6g3RSeweug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WtJmE3s.VaX1gYv2ngm41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PPuKhIvm.3HKWlQVXO02I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skrRp9hAmoUNSLJHtgFCy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YlxSzk2vc0dGeX5q.nsW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gXm2QeI4iQcsX8vK5FhzP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o091C74UCUOS0wgQkNCA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fgl0vhdnNveSlW9TMJOGPw"/>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L6U7STlTx0vu7RQSCSOmMg"/>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rbnauwXheQxKOdIlDRo8s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OLU26HqyiE97y0rWJP9bs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6U0S3xvaKDq.ZUJjF9glg"/>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R0OiqK3gdOKCxKPq9W2EQ"/>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sE80QRg4rWNmnlyL6O5Bo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zrAAbdiy3lIeDSMhxxppH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1ZcD3QpUiG1XbrRMHdalTQ"/>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m9R4hi2eQgNO6ZBbgXawc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MJoi8OgPcxri6Ivn2tPO5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V_NRtvHalm43f.ZvoWyt0Q"/>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2INxwk2lY2rV7phUlzNU3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fpKHNvt.rOnKU9MnMxNMr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odSAOp7ydFroM8WfuyTKZ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Wqvn6FmwTSCCxy3loKqvKA"/>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rrUQ.qzBlLphEt8XPLpjm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5UPOBNu6VWFrpB8fj9rD0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oKtvVvP61b8qvyu4RNC7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Utt8C5L5_cVer9mYwH5MS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mSFTMUk7Sk.B.mh6Qrkbg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9fXJBnbOss4oaZ8nIB5Cx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3nkyQnlazwcjAgZQwhQ.d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51Ep4Y9jN5fmf3DLi5ln.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gSmiCochqhsA3is7P6obK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7fB9bZm.GzX6VI3JB2C56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nD3YgsX2fhMYbH.UgHJt5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XK8Q7IalczbrrVPQZjiRI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CWrtWx_PvNfdWRHJDSpAq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wxiF_Fx3QWzX7zxk6680h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yY8H_YbJn_sJD9gKyb7H4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MJoi8OgPcxri6Ivn2tPO5g"/>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WtJmE3s.VaX1gYv2ngm41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OLU26HqyiE97y0rWJP9bs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fDP9y5YNuGGZoDbpdbv77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ipMqLzXPwM5p3sb5NZpML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DpKxFJu085Gg8nUAeEV18g"/>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pDZw0zYj9bZUcKtZzEzH6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7birzSQL2J4e78cnzDuxN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jirVifnmANgDW550fkmaB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PPuKhIvm.3HKWlQVXO02I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o091C74UCUOS0wgQkNCA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fgl0vhdnNveSlW9TMJOGPw"/>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L6U7STlTx0vu7RQSCSOmM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rbnauwXheQxKOdIlDRo8sw"/>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m9R4hi2eQgNO6ZBbgXawcg"/>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6U0S3xvaKDq.ZUJjF9gl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gR0OiqK3gdOKCxKPq9W2EQ"/>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sE80QRg4rWNmnlyL6O5Bog"/>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zrAAbdiy3lIeDSMhxxppH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1ZcD3QpUiG1XbrRMHdalT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Wqvn6FmwTSCCxy3loKqvKA"/>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S70_tDJwToQTm1agfrBwpg"/>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fuyzC8nAlFLs6jIEhqjKb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WmuQpnYjfKxh_QDebCd0B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F9keb3JyQOVMmvTHWPsQw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iSbPj.QNu_C7sFaS9myNm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98oEcq_Dr4qXt7Ve3DyMe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rOtT9pHj31XF5SRx9cCqP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cCYPfVBFQQrqji8L48oJS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rrUQ.qzBlLphEt8XPLpjmw"/>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5UPOBNu6VWFrpB8fj9rD0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goKtvVvP61b8qvyu4RNC7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Utt8C5L5_cVer9mYwH5MS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51Ep4Y9jN5fmf3DLi5ln.g"/>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gSmiCochqhsA3is7P6obK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7fB9bZm.GzX6VI3JB2C56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nD3YgsX2fhMYbH.UgHJt5A"/>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ilXmcikG66Sa.Khh4sPpew"/>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akRySpmg6zmRQxktpSBaN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oEbefgpyOwOdeIRAS1Jrc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S3DN54kKEoswS0AD5HRl1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8yDvnASNid6uSo.0cPG.Eg"/>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uXOh3dmcf0ftkSJ1Tv.Nn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OhX5x5ZVJZyGMZarJiY_y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k3YuvFbMzRwp2EKs55HU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5Xp5hlhMCXSpChJ7V47Nw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GSCV_lM59jOsDEMsEcwSH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bNNTtivOnw2MWG0o6D3J8Q"/>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i1oyFwE4_MgbJOO6ZmmDmQ"/>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g7wj3X5C3pvYKl.a.WNloQ"/>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kgWl_kLNXe5_odd0AQB6e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455gInJRMs6nCBW4BJPN8w"/>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5k7hXdYLCFQA06g2XFg7tg"/>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TJDAL14prk73kHhyWVDZsg"/>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TTMcuZ4hC6Xu66EnC5xJ.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_LkUz06nLLhjGxG9zbBJi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KtfdzN.tJrsP1zVLbUVUK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9FFcOLzYry4fNlq7kKXemA"/>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Zl_QSlKQez_FB4crsJXTs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Gjq4KQztaIRd_ceGPF_fSw"/>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aH7PXSTmTEQaJrpnb.38D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42P9WQEl0ewLRVccH4xyiA"/>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PRdgkjqtgiyu6uh.LYqzD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khiVIHGhPlqtfVNw6yxYg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s8cEf70wzdpDFaRjzCZkYw"/>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b9RMDkZWILlvPiUADyql3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Q2kDhKdFU8upkFpbn7uIRw"/>
</p:tagLst>
</file>

<file path=ppt/theme/theme1.xml><?xml version="1.0" encoding="utf-8"?>
<a:theme xmlns:a="http://schemas.openxmlformats.org/drawingml/2006/main" name="Xテーマ">
  <a:themeElements>
    <a:clrScheme name="ユーザー定義 1">
      <a:dk1>
        <a:sysClr val="windowText" lastClr="000000"/>
      </a:dk1>
      <a:lt1>
        <a:sysClr val="window" lastClr="FFFFFF"/>
      </a:lt1>
      <a:dk2>
        <a:srgbClr val="70B437"/>
      </a:dk2>
      <a:lt2>
        <a:srgbClr val="E7E6E6"/>
      </a:lt2>
      <a:accent1>
        <a:srgbClr val="C3D60B"/>
      </a:accent1>
      <a:accent2>
        <a:srgbClr val="0079C2"/>
      </a:accent2>
      <a:accent3>
        <a:srgbClr val="5DB6E7"/>
      </a:accent3>
      <a:accent4>
        <a:srgbClr val="FFC000"/>
      </a:accent4>
      <a:accent5>
        <a:srgbClr val="176871"/>
      </a:accent5>
      <a:accent6>
        <a:srgbClr val="F27750"/>
      </a:accent6>
      <a:hlink>
        <a:srgbClr val="0563C1"/>
      </a:hlink>
      <a:folHlink>
        <a:srgbClr val="954F72"/>
      </a:folHlink>
    </a:clrScheme>
    <a:fontScheme name="ユーザー定義 2">
      <a:majorFont>
        <a:latin typeface="Noto Sans JP SemiBold"/>
        <a:ea typeface="Noto Sans JP SemiBold"/>
        <a:cs typeface=""/>
      </a:majorFont>
      <a:minorFont>
        <a:latin typeface="Noto Sans JP SemiBold"/>
        <a:ea typeface="Noto Sans JP Semi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t">
        <a:spAutoFit/>
      </a:bodyPr>
      <a:lstStyle>
        <a:defPPr marL="144000" indent="-144000" algn="l">
          <a:lnSpc>
            <a:spcPct val="110000"/>
          </a:lnSpc>
          <a:spcAft>
            <a:spcPts val="500"/>
          </a:spcAft>
          <a:buFont typeface="Arial" panose="020B0604020202020204" pitchFamily="34" charset="0"/>
          <a:buChar char="•"/>
          <a:defRPr sz="1200" dirty="0">
            <a:solidFill>
              <a:srgbClr val="000000"/>
            </a:solidFill>
            <a:latin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プレゼンテーション1" id="{2E2C0595-E47A-4072-8EF5-4FB31759DD55}" vid="{8E82AA9C-B2AA-4EBF-BE83-590FCDA0E53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基本のテンプレート2</Template>
  <TotalTime>6531</TotalTime>
  <Words>1445</Words>
  <Application>Microsoft Office PowerPoint</Application>
  <PresentationFormat>ワイド画面</PresentationFormat>
  <Paragraphs>457</Paragraphs>
  <Slides>13</Slides>
  <Notes>6</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13</vt:i4>
      </vt:variant>
    </vt:vector>
  </HeadingPairs>
  <TitlesOfParts>
    <vt:vector size="20" baseType="lpstr">
      <vt:lpstr>Anthropic Sans</vt:lpstr>
      <vt:lpstr>Yu Gothic UI</vt:lpstr>
      <vt:lpstr>游ゴシック</vt:lpstr>
      <vt:lpstr>Arial</vt:lpstr>
      <vt:lpstr>Calibri</vt:lpstr>
      <vt:lpstr>Xテーマ</vt:lpstr>
      <vt:lpstr>think-cellスライド</vt:lpstr>
      <vt:lpstr>修士論文　進捗報告</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Mugi.pptx</dc:creator>
  <cp:lastModifiedBy>Daiki Matsuba</cp:lastModifiedBy>
  <cp:revision>77</cp:revision>
  <dcterms:created xsi:type="dcterms:W3CDTF">2024-05-07T10:06:11Z</dcterms:created>
  <dcterms:modified xsi:type="dcterms:W3CDTF">2026-07-27T09:24:04Z</dcterms:modified>
</cp:coreProperties>
</file>